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6"/>
  </p:notesMasterIdLst>
  <p:sldIdLst>
    <p:sldId id="291" r:id="rId2"/>
    <p:sldId id="299" r:id="rId3"/>
    <p:sldId id="300" r:id="rId4"/>
    <p:sldId id="293" r:id="rId5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0198"/>
    <a:srgbClr val="3ED8EE"/>
    <a:srgbClr val="FF8474"/>
    <a:srgbClr val="059D99"/>
    <a:srgbClr val="C0FDFD"/>
    <a:srgbClr val="6FA1E0"/>
    <a:srgbClr val="543A6C"/>
    <a:srgbClr val="9F5F81"/>
    <a:srgbClr val="FEC99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A156F5-76C9-40AA-8C34-B30CA3B1D369}" v="643" dt="2024-09-13T17:00:21.777"/>
    <p1510:client id="{44B1972B-FE4B-4F2C-B781-D028510D4A5F}" v="559" dt="2024-09-13T16:19:00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2/1/2026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2.jpe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svg"/><Relationship Id="rId5" Type="http://schemas.openxmlformats.org/officeDocument/2006/relationships/image" Target="../media/image5.pn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4.sv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jpeg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5" Type="http://schemas.openxmlformats.org/officeDocument/2006/relationships/image" Target="../media/image28.jpeg"/><Relationship Id="rId10" Type="http://schemas.openxmlformats.org/officeDocument/2006/relationships/image" Target="../media/image23.png"/><Relationship Id="rId4" Type="http://schemas.microsoft.com/office/2007/relationships/hdphoto" Target="../media/hdphoto1.wdp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473614" y="-225955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u="sng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u="sng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0583" y="851512"/>
            <a:ext cx="9577431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–1710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Title-Enhancing Navigation for Railway                                Station Facilities and Locations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Theme-Transportation &amp; Logistics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(Bytes Brigade)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5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7F3D9DA5-C997-400B-E4AD-675A4DFDE450}"/>
              </a:ext>
            </a:extLst>
          </p:cNvPr>
          <p:cNvGrpSpPr/>
          <p:nvPr/>
        </p:nvGrpSpPr>
        <p:grpSpPr>
          <a:xfrm>
            <a:off x="7959635" y="3589348"/>
            <a:ext cx="3753597" cy="1164608"/>
            <a:chOff x="7959635" y="3589348"/>
            <a:chExt cx="3753597" cy="1164608"/>
          </a:xfrm>
        </p:grpSpPr>
        <p:sp>
          <p:nvSpPr>
            <p:cNvPr id="126" name="Rectangle: Rounded Corners 125">
              <a:extLst>
                <a:ext uri="{FF2B5EF4-FFF2-40B4-BE49-F238E27FC236}">
                  <a16:creationId xmlns:a16="http://schemas.microsoft.com/office/drawing/2014/main" id="{E20BD3BB-E82A-E0FC-5E42-B2032F1197AA}"/>
                </a:ext>
              </a:extLst>
            </p:cNvPr>
            <p:cNvSpPr/>
            <p:nvPr/>
          </p:nvSpPr>
          <p:spPr>
            <a:xfrm flipH="1">
              <a:off x="7959635" y="3637328"/>
              <a:ext cx="3201751" cy="1051472"/>
            </a:xfrm>
            <a:prstGeom prst="roundRect">
              <a:avLst>
                <a:gd name="adj" fmla="val 50000"/>
              </a:avLst>
            </a:prstGeom>
            <a:solidFill>
              <a:srgbClr val="6FA1E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70518F40-2B03-378F-8A1F-C40675A95C7D}"/>
                </a:ext>
              </a:extLst>
            </p:cNvPr>
            <p:cNvGrpSpPr/>
            <p:nvPr/>
          </p:nvGrpSpPr>
          <p:grpSpPr>
            <a:xfrm>
              <a:off x="8633462" y="3589348"/>
              <a:ext cx="3079770" cy="1164608"/>
              <a:chOff x="8633462" y="3589348"/>
              <a:chExt cx="3079770" cy="1164608"/>
            </a:xfrm>
          </p:grpSpPr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EB171BC5-3139-6939-E7FC-CBA3B8D66A93}"/>
                  </a:ext>
                </a:extLst>
              </p:cNvPr>
              <p:cNvSpPr txBox="1"/>
              <p:nvPr/>
            </p:nvSpPr>
            <p:spPr>
              <a:xfrm>
                <a:off x="8633462" y="3589348"/>
                <a:ext cx="30797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IN" sz="1800" b="1" u="sng">
                  <a:latin typeface="Sitka Small Semibold" pitchFamily="2" charset="0"/>
                </a:endParaRPr>
              </a:p>
            </p:txBody>
          </p: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CA341E32-FEB2-901E-7E2C-57384D327225}"/>
                  </a:ext>
                </a:extLst>
              </p:cNvPr>
              <p:cNvSpPr txBox="1"/>
              <p:nvPr/>
            </p:nvSpPr>
            <p:spPr>
              <a:xfrm>
                <a:off x="8911972" y="3830626"/>
                <a:ext cx="235706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>
                    <a:solidFill>
                      <a:schemeClr val="bg1"/>
                    </a:solidFill>
                  </a:rPr>
                  <a:t>Instant updates on platform changes &amp; train </a:t>
                </a:r>
                <a:r>
                  <a:rPr lang="fr-FR" err="1">
                    <a:solidFill>
                      <a:schemeClr val="bg1"/>
                    </a:solidFill>
                  </a:rPr>
                  <a:t>delay</a:t>
                </a:r>
                <a:r>
                  <a:rPr lang="fr-FR">
                    <a:solidFill>
                      <a:schemeClr val="bg1"/>
                    </a:solidFill>
                  </a:rPr>
                  <a:t> </a:t>
                </a:r>
                <a:r>
                  <a:rPr lang="en-US">
                    <a:solidFill>
                      <a:schemeClr val="bg1"/>
                    </a:solidFill>
                  </a:rPr>
                  <a:t>.</a:t>
                </a:r>
                <a:endParaRPr lang="en-IN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0A754-A628-5184-07E3-B07B7CA93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A0FC8B2-F4B3-F7F6-DC5B-23D3A9C57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4" y="-521975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u="sng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STATION GUIDE</a:t>
            </a:r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37F22328-C83A-A98E-57CD-3126606B31ED}"/>
              </a:ext>
            </a:extLst>
          </p:cNvPr>
          <p:cNvSpPr/>
          <p:nvPr/>
        </p:nvSpPr>
        <p:spPr>
          <a:xfrm rot="8100000">
            <a:off x="4973457" y="2743399"/>
            <a:ext cx="756050" cy="1070322"/>
          </a:xfrm>
          <a:custGeom>
            <a:avLst/>
            <a:gdLst>
              <a:gd name="connsiteX0" fmla="*/ 1 w 756050"/>
              <a:gd name="connsiteY0" fmla="*/ 1070322 h 1070322"/>
              <a:gd name="connsiteX1" fmla="*/ 0 w 756050"/>
              <a:gd name="connsiteY1" fmla="*/ 0 h 1070322"/>
              <a:gd name="connsiteX2" fmla="*/ 756050 w 756050"/>
              <a:gd name="connsiteY2" fmla="*/ 756050 h 1070322"/>
              <a:gd name="connsiteX3" fmla="*/ 696404 w 756050"/>
              <a:gd name="connsiteY3" fmla="*/ 809962 h 1070322"/>
              <a:gd name="connsiteX4" fmla="*/ 70096 w 756050"/>
              <a:gd name="connsiteY4" fmla="*/ 1066976 h 1070322"/>
              <a:gd name="connsiteX5" fmla="*/ 1 w 756050"/>
              <a:gd name="connsiteY5" fmla="*/ 1070322 h 107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6050" h="1070322">
                <a:moveTo>
                  <a:pt x="1" y="1070322"/>
                </a:moveTo>
                <a:lnTo>
                  <a:pt x="0" y="0"/>
                </a:lnTo>
                <a:lnTo>
                  <a:pt x="756050" y="756050"/>
                </a:lnTo>
                <a:lnTo>
                  <a:pt x="696404" y="809962"/>
                </a:lnTo>
                <a:cubicBezTo>
                  <a:pt x="512586" y="959886"/>
                  <a:pt x="293836" y="1045558"/>
                  <a:pt x="70096" y="1066976"/>
                </a:cubicBezTo>
                <a:lnTo>
                  <a:pt x="1" y="1070322"/>
                </a:lnTo>
                <a:close/>
              </a:path>
            </a:pathLst>
          </a:custGeom>
          <a:solidFill>
            <a:srgbClr val="FF8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33757E37-0568-4C99-41F6-669D03715480}"/>
              </a:ext>
            </a:extLst>
          </p:cNvPr>
          <p:cNvSpPr/>
          <p:nvPr/>
        </p:nvSpPr>
        <p:spPr>
          <a:xfrm rot="8100000">
            <a:off x="4816773" y="3200104"/>
            <a:ext cx="1073171" cy="758769"/>
          </a:xfrm>
          <a:custGeom>
            <a:avLst/>
            <a:gdLst>
              <a:gd name="connsiteX0" fmla="*/ 758770 w 1073171"/>
              <a:gd name="connsiteY0" fmla="*/ 758769 h 758769"/>
              <a:gd name="connsiteX1" fmla="*/ 0 w 1073171"/>
              <a:gd name="connsiteY1" fmla="*/ 0 h 758769"/>
              <a:gd name="connsiteX2" fmla="*/ 1073171 w 1073171"/>
              <a:gd name="connsiteY2" fmla="*/ 0 h 758769"/>
              <a:gd name="connsiteX3" fmla="*/ 1069694 w 1073171"/>
              <a:gd name="connsiteY3" fmla="*/ 72817 h 758769"/>
              <a:gd name="connsiteX4" fmla="*/ 812679 w 1073171"/>
              <a:gd name="connsiteY4" fmla="*/ 699125 h 758769"/>
              <a:gd name="connsiteX5" fmla="*/ 758770 w 1073171"/>
              <a:gd name="connsiteY5" fmla="*/ 758769 h 758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73171" h="758769">
                <a:moveTo>
                  <a:pt x="758770" y="758769"/>
                </a:moveTo>
                <a:lnTo>
                  <a:pt x="0" y="0"/>
                </a:lnTo>
                <a:lnTo>
                  <a:pt x="1073171" y="0"/>
                </a:lnTo>
                <a:lnTo>
                  <a:pt x="1069694" y="72817"/>
                </a:lnTo>
                <a:cubicBezTo>
                  <a:pt x="1048276" y="296557"/>
                  <a:pt x="962604" y="515307"/>
                  <a:pt x="812679" y="699125"/>
                </a:cubicBezTo>
                <a:lnTo>
                  <a:pt x="758770" y="758769"/>
                </a:lnTo>
                <a:close/>
              </a:path>
            </a:pathLst>
          </a:custGeom>
          <a:solidFill>
            <a:srgbClr val="9F5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A5C6CC53-8A52-C145-FDED-37458FD4CFED}"/>
              </a:ext>
            </a:extLst>
          </p:cNvPr>
          <p:cNvSpPr/>
          <p:nvPr/>
        </p:nvSpPr>
        <p:spPr>
          <a:xfrm rot="8100000">
            <a:off x="5709900" y="2306974"/>
            <a:ext cx="1073173" cy="758771"/>
          </a:xfrm>
          <a:custGeom>
            <a:avLst/>
            <a:gdLst>
              <a:gd name="connsiteX0" fmla="*/ 314402 w 1073173"/>
              <a:gd name="connsiteY0" fmla="*/ 758771 h 758771"/>
              <a:gd name="connsiteX1" fmla="*/ 260491 w 1073173"/>
              <a:gd name="connsiteY1" fmla="*/ 699125 h 758771"/>
              <a:gd name="connsiteX2" fmla="*/ 3477 w 1073173"/>
              <a:gd name="connsiteY2" fmla="*/ 72817 h 758771"/>
              <a:gd name="connsiteX3" fmla="*/ 0 w 1073173"/>
              <a:gd name="connsiteY3" fmla="*/ 0 h 758771"/>
              <a:gd name="connsiteX4" fmla="*/ 1073173 w 1073173"/>
              <a:gd name="connsiteY4" fmla="*/ 0 h 758771"/>
              <a:gd name="connsiteX5" fmla="*/ 314402 w 1073173"/>
              <a:gd name="connsiteY5" fmla="*/ 758771 h 75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73173" h="758771">
                <a:moveTo>
                  <a:pt x="314402" y="758771"/>
                </a:moveTo>
                <a:lnTo>
                  <a:pt x="260491" y="699125"/>
                </a:lnTo>
                <a:cubicBezTo>
                  <a:pt x="110566" y="515307"/>
                  <a:pt x="24895" y="296557"/>
                  <a:pt x="3477" y="72817"/>
                </a:cubicBezTo>
                <a:lnTo>
                  <a:pt x="0" y="0"/>
                </a:lnTo>
                <a:lnTo>
                  <a:pt x="1073173" y="0"/>
                </a:lnTo>
                <a:lnTo>
                  <a:pt x="314402" y="758771"/>
                </a:lnTo>
                <a:close/>
              </a:path>
            </a:pathLst>
          </a:custGeom>
          <a:solidFill>
            <a:srgbClr val="05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41DDED2F-DC2B-A4C2-1605-64EAA87917BF}"/>
              </a:ext>
            </a:extLst>
          </p:cNvPr>
          <p:cNvSpPr/>
          <p:nvPr/>
        </p:nvSpPr>
        <p:spPr>
          <a:xfrm rot="8100000">
            <a:off x="5564720" y="2150227"/>
            <a:ext cx="761493" cy="1076024"/>
          </a:xfrm>
          <a:custGeom>
            <a:avLst/>
            <a:gdLst>
              <a:gd name="connsiteX0" fmla="*/ 0 w 761493"/>
              <a:gd name="connsiteY0" fmla="*/ 761493 h 1076024"/>
              <a:gd name="connsiteX1" fmla="*/ 761493 w 761493"/>
              <a:gd name="connsiteY1" fmla="*/ 0 h 1076024"/>
              <a:gd name="connsiteX2" fmla="*/ 761493 w 761493"/>
              <a:gd name="connsiteY2" fmla="*/ 1076024 h 1076024"/>
              <a:gd name="connsiteX3" fmla="*/ 685953 w 761493"/>
              <a:gd name="connsiteY3" fmla="*/ 1072418 h 1076024"/>
              <a:gd name="connsiteX4" fmla="*/ 59645 w 761493"/>
              <a:gd name="connsiteY4" fmla="*/ 815404 h 1076024"/>
              <a:gd name="connsiteX5" fmla="*/ 0 w 761493"/>
              <a:gd name="connsiteY5" fmla="*/ 761493 h 107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1493" h="1076024">
                <a:moveTo>
                  <a:pt x="0" y="761493"/>
                </a:moveTo>
                <a:lnTo>
                  <a:pt x="761493" y="0"/>
                </a:lnTo>
                <a:lnTo>
                  <a:pt x="761493" y="1076024"/>
                </a:lnTo>
                <a:lnTo>
                  <a:pt x="685953" y="1072418"/>
                </a:lnTo>
                <a:cubicBezTo>
                  <a:pt x="462212" y="1050999"/>
                  <a:pt x="243462" y="965328"/>
                  <a:pt x="59645" y="815404"/>
                </a:cubicBezTo>
                <a:lnTo>
                  <a:pt x="0" y="761493"/>
                </a:lnTo>
                <a:close/>
              </a:path>
            </a:pathLst>
          </a:custGeom>
          <a:solidFill>
            <a:srgbClr val="FEC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5962E0DF-19AA-82DF-6FB6-D137806934BC}"/>
              </a:ext>
            </a:extLst>
          </p:cNvPr>
          <p:cNvSpPr/>
          <p:nvPr/>
        </p:nvSpPr>
        <p:spPr>
          <a:xfrm rot="8100000">
            <a:off x="6302050" y="2899127"/>
            <a:ext cx="1073176" cy="758773"/>
          </a:xfrm>
          <a:custGeom>
            <a:avLst/>
            <a:gdLst>
              <a:gd name="connsiteX0" fmla="*/ 0 w 1073176"/>
              <a:gd name="connsiteY0" fmla="*/ 758773 h 758773"/>
              <a:gd name="connsiteX1" fmla="*/ 3477 w 1073176"/>
              <a:gd name="connsiteY1" fmla="*/ 685955 h 758773"/>
              <a:gd name="connsiteX2" fmla="*/ 260491 w 1073176"/>
              <a:gd name="connsiteY2" fmla="*/ 59647 h 758773"/>
              <a:gd name="connsiteX3" fmla="*/ 314403 w 1073176"/>
              <a:gd name="connsiteY3" fmla="*/ 0 h 758773"/>
              <a:gd name="connsiteX4" fmla="*/ 1073176 w 1073176"/>
              <a:gd name="connsiteY4" fmla="*/ 758773 h 758773"/>
              <a:gd name="connsiteX5" fmla="*/ 0 w 1073176"/>
              <a:gd name="connsiteY5" fmla="*/ 758773 h 758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73176" h="758773">
                <a:moveTo>
                  <a:pt x="0" y="758773"/>
                </a:moveTo>
                <a:lnTo>
                  <a:pt x="3477" y="685955"/>
                </a:lnTo>
                <a:cubicBezTo>
                  <a:pt x="24895" y="462214"/>
                  <a:pt x="110566" y="243465"/>
                  <a:pt x="260491" y="59647"/>
                </a:cubicBezTo>
                <a:lnTo>
                  <a:pt x="314403" y="0"/>
                </a:lnTo>
                <a:lnTo>
                  <a:pt x="1073176" y="758773"/>
                </a:lnTo>
                <a:lnTo>
                  <a:pt x="0" y="758773"/>
                </a:lnTo>
                <a:close/>
              </a:path>
            </a:pathLst>
          </a:custGeom>
          <a:solidFill>
            <a:srgbClr val="3ED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C6AAB168-1B42-1646-AAC6-EFA58C34FA4D}"/>
              </a:ext>
            </a:extLst>
          </p:cNvPr>
          <p:cNvSpPr/>
          <p:nvPr/>
        </p:nvSpPr>
        <p:spPr>
          <a:xfrm rot="8100000">
            <a:off x="6456014" y="3041522"/>
            <a:ext cx="761493" cy="1076023"/>
          </a:xfrm>
          <a:custGeom>
            <a:avLst/>
            <a:gdLst>
              <a:gd name="connsiteX0" fmla="*/ 761493 w 761493"/>
              <a:gd name="connsiteY0" fmla="*/ 1076023 h 1076023"/>
              <a:gd name="connsiteX1" fmla="*/ 0 w 761493"/>
              <a:gd name="connsiteY1" fmla="*/ 314530 h 1076023"/>
              <a:gd name="connsiteX2" fmla="*/ 59645 w 761493"/>
              <a:gd name="connsiteY2" fmla="*/ 260620 h 1076023"/>
              <a:gd name="connsiteX3" fmla="*/ 685953 w 761493"/>
              <a:gd name="connsiteY3" fmla="*/ 3606 h 1076023"/>
              <a:gd name="connsiteX4" fmla="*/ 761493 w 761493"/>
              <a:gd name="connsiteY4" fmla="*/ 0 h 1076023"/>
              <a:gd name="connsiteX5" fmla="*/ 761493 w 761493"/>
              <a:gd name="connsiteY5" fmla="*/ 1076023 h 1076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1493" h="1076023">
                <a:moveTo>
                  <a:pt x="761493" y="1076023"/>
                </a:moveTo>
                <a:lnTo>
                  <a:pt x="0" y="314530"/>
                </a:lnTo>
                <a:lnTo>
                  <a:pt x="59645" y="260620"/>
                </a:lnTo>
                <a:cubicBezTo>
                  <a:pt x="243463" y="110696"/>
                  <a:pt x="462212" y="25024"/>
                  <a:pt x="685953" y="3606"/>
                </a:cubicBezTo>
                <a:lnTo>
                  <a:pt x="761493" y="0"/>
                </a:lnTo>
                <a:lnTo>
                  <a:pt x="761493" y="1076023"/>
                </a:lnTo>
                <a:close/>
              </a:path>
            </a:pathLst>
          </a:custGeom>
          <a:solidFill>
            <a:srgbClr val="77A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53541D9E-7601-A005-EF29-CA3A6165F476}"/>
              </a:ext>
            </a:extLst>
          </p:cNvPr>
          <p:cNvSpPr/>
          <p:nvPr/>
        </p:nvSpPr>
        <p:spPr>
          <a:xfrm rot="6633207">
            <a:off x="6083914" y="3379513"/>
            <a:ext cx="20319" cy="20319"/>
          </a:xfrm>
          <a:custGeom>
            <a:avLst/>
            <a:gdLst>
              <a:gd name="connsiteX0" fmla="*/ 0 w 20319"/>
              <a:gd name="connsiteY0" fmla="*/ 20319 h 20319"/>
              <a:gd name="connsiteX1" fmla="*/ 0 w 20319"/>
              <a:gd name="connsiteY1" fmla="*/ 0 h 20319"/>
              <a:gd name="connsiteX2" fmla="*/ 20319 w 20319"/>
              <a:gd name="connsiteY2" fmla="*/ 20319 h 20319"/>
              <a:gd name="connsiteX3" fmla="*/ 0 w 20319"/>
              <a:gd name="connsiteY3" fmla="*/ 20319 h 2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19" h="20319">
                <a:moveTo>
                  <a:pt x="0" y="20319"/>
                </a:moveTo>
                <a:lnTo>
                  <a:pt x="0" y="0"/>
                </a:lnTo>
                <a:lnTo>
                  <a:pt x="20319" y="20319"/>
                </a:lnTo>
                <a:lnTo>
                  <a:pt x="0" y="20319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ECAAB5AA-3D25-6E4A-E46F-5642CF5F233D}"/>
              </a:ext>
            </a:extLst>
          </p:cNvPr>
          <p:cNvSpPr/>
          <p:nvPr/>
        </p:nvSpPr>
        <p:spPr>
          <a:xfrm rot="6633207">
            <a:off x="6046139" y="3387287"/>
            <a:ext cx="32579" cy="16289"/>
          </a:xfrm>
          <a:custGeom>
            <a:avLst/>
            <a:gdLst>
              <a:gd name="connsiteX0" fmla="*/ 16289 w 32579"/>
              <a:gd name="connsiteY0" fmla="*/ 16289 h 16289"/>
              <a:gd name="connsiteX1" fmla="*/ 0 w 32579"/>
              <a:gd name="connsiteY1" fmla="*/ 0 h 16289"/>
              <a:gd name="connsiteX2" fmla="*/ 32579 w 32579"/>
              <a:gd name="connsiteY2" fmla="*/ 0 h 16289"/>
              <a:gd name="connsiteX3" fmla="*/ 16289 w 32579"/>
              <a:gd name="connsiteY3" fmla="*/ 16289 h 16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79" h="16289">
                <a:moveTo>
                  <a:pt x="16289" y="16289"/>
                </a:moveTo>
                <a:lnTo>
                  <a:pt x="0" y="0"/>
                </a:lnTo>
                <a:lnTo>
                  <a:pt x="32579" y="0"/>
                </a:lnTo>
                <a:lnTo>
                  <a:pt x="16289" y="16289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047A62E9-BAAE-7AFA-6D57-DE3845EE28CD}"/>
              </a:ext>
            </a:extLst>
          </p:cNvPr>
          <p:cNvSpPr/>
          <p:nvPr/>
        </p:nvSpPr>
        <p:spPr>
          <a:xfrm rot="6633207">
            <a:off x="6119101" y="3377382"/>
            <a:ext cx="19012" cy="38024"/>
          </a:xfrm>
          <a:custGeom>
            <a:avLst/>
            <a:gdLst>
              <a:gd name="connsiteX0" fmla="*/ 19012 w 19012"/>
              <a:gd name="connsiteY0" fmla="*/ 38024 h 38024"/>
              <a:gd name="connsiteX1" fmla="*/ 0 w 19012"/>
              <a:gd name="connsiteY1" fmla="*/ 19012 h 38024"/>
              <a:gd name="connsiteX2" fmla="*/ 19012 w 19012"/>
              <a:gd name="connsiteY2" fmla="*/ 0 h 38024"/>
              <a:gd name="connsiteX3" fmla="*/ 19012 w 19012"/>
              <a:gd name="connsiteY3" fmla="*/ 38024 h 38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12" h="38024">
                <a:moveTo>
                  <a:pt x="19012" y="38024"/>
                </a:moveTo>
                <a:lnTo>
                  <a:pt x="0" y="19012"/>
                </a:lnTo>
                <a:lnTo>
                  <a:pt x="19012" y="0"/>
                </a:lnTo>
                <a:lnTo>
                  <a:pt x="19012" y="38024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4A12FF2E-C3C1-9DA9-E75A-1E31CD473B66}"/>
              </a:ext>
            </a:extLst>
          </p:cNvPr>
          <p:cNvSpPr/>
          <p:nvPr/>
        </p:nvSpPr>
        <p:spPr>
          <a:xfrm rot="6633207">
            <a:off x="6043789" y="3418045"/>
            <a:ext cx="25760" cy="25761"/>
          </a:xfrm>
          <a:custGeom>
            <a:avLst/>
            <a:gdLst>
              <a:gd name="connsiteX0" fmla="*/ 0 w 25760"/>
              <a:gd name="connsiteY0" fmla="*/ 25761 h 25761"/>
              <a:gd name="connsiteX1" fmla="*/ 25760 w 25760"/>
              <a:gd name="connsiteY1" fmla="*/ 0 h 25761"/>
              <a:gd name="connsiteX2" fmla="*/ 25760 w 25760"/>
              <a:gd name="connsiteY2" fmla="*/ 25761 h 25761"/>
              <a:gd name="connsiteX3" fmla="*/ 0 w 25760"/>
              <a:gd name="connsiteY3" fmla="*/ 25761 h 25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60" h="25761">
                <a:moveTo>
                  <a:pt x="0" y="25761"/>
                </a:moveTo>
                <a:lnTo>
                  <a:pt x="25760" y="0"/>
                </a:lnTo>
                <a:lnTo>
                  <a:pt x="25760" y="25761"/>
                </a:lnTo>
                <a:lnTo>
                  <a:pt x="0" y="25761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8086A55B-3987-25BF-8D48-1EBFFE42088A}"/>
              </a:ext>
            </a:extLst>
          </p:cNvPr>
          <p:cNvSpPr/>
          <p:nvPr/>
        </p:nvSpPr>
        <p:spPr>
          <a:xfrm rot="6633207">
            <a:off x="6125170" y="3420767"/>
            <a:ext cx="20316" cy="20316"/>
          </a:xfrm>
          <a:custGeom>
            <a:avLst/>
            <a:gdLst>
              <a:gd name="connsiteX0" fmla="*/ 0 w 20316"/>
              <a:gd name="connsiteY0" fmla="*/ 20316 h 20316"/>
              <a:gd name="connsiteX1" fmla="*/ 0 w 20316"/>
              <a:gd name="connsiteY1" fmla="*/ 0 h 20316"/>
              <a:gd name="connsiteX2" fmla="*/ 20316 w 20316"/>
              <a:gd name="connsiteY2" fmla="*/ 0 h 20316"/>
              <a:gd name="connsiteX3" fmla="*/ 0 w 20316"/>
              <a:gd name="connsiteY3" fmla="*/ 20316 h 20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16" h="20316">
                <a:moveTo>
                  <a:pt x="0" y="20316"/>
                </a:moveTo>
                <a:lnTo>
                  <a:pt x="0" y="0"/>
                </a:lnTo>
                <a:lnTo>
                  <a:pt x="20316" y="0"/>
                </a:lnTo>
                <a:lnTo>
                  <a:pt x="0" y="20316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54FAA9B4-1FA7-F65B-53D3-4BF4C77CB427}"/>
              </a:ext>
            </a:extLst>
          </p:cNvPr>
          <p:cNvSpPr/>
          <p:nvPr/>
        </p:nvSpPr>
        <p:spPr>
          <a:xfrm rot="6633207">
            <a:off x="6113277" y="3454425"/>
            <a:ext cx="32585" cy="16292"/>
          </a:xfrm>
          <a:custGeom>
            <a:avLst/>
            <a:gdLst>
              <a:gd name="connsiteX0" fmla="*/ 0 w 32585"/>
              <a:gd name="connsiteY0" fmla="*/ 16292 h 16292"/>
              <a:gd name="connsiteX1" fmla="*/ 16292 w 32585"/>
              <a:gd name="connsiteY1" fmla="*/ 0 h 16292"/>
              <a:gd name="connsiteX2" fmla="*/ 32585 w 32585"/>
              <a:gd name="connsiteY2" fmla="*/ 16292 h 16292"/>
              <a:gd name="connsiteX3" fmla="*/ 0 w 32585"/>
              <a:gd name="connsiteY3" fmla="*/ 16292 h 16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85" h="16292">
                <a:moveTo>
                  <a:pt x="0" y="16292"/>
                </a:moveTo>
                <a:lnTo>
                  <a:pt x="16292" y="0"/>
                </a:lnTo>
                <a:lnTo>
                  <a:pt x="32585" y="16292"/>
                </a:lnTo>
                <a:lnTo>
                  <a:pt x="0" y="16292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1693C70A-D1FA-4F00-1C24-BECADDDC2880}"/>
              </a:ext>
            </a:extLst>
          </p:cNvPr>
          <p:cNvSpPr/>
          <p:nvPr/>
        </p:nvSpPr>
        <p:spPr>
          <a:xfrm rot="6633207">
            <a:off x="6054683" y="3449964"/>
            <a:ext cx="13571" cy="27140"/>
          </a:xfrm>
          <a:custGeom>
            <a:avLst/>
            <a:gdLst>
              <a:gd name="connsiteX0" fmla="*/ 0 w 13571"/>
              <a:gd name="connsiteY0" fmla="*/ 27140 h 27140"/>
              <a:gd name="connsiteX1" fmla="*/ 0 w 13571"/>
              <a:gd name="connsiteY1" fmla="*/ 0 h 27140"/>
              <a:gd name="connsiteX2" fmla="*/ 13571 w 13571"/>
              <a:gd name="connsiteY2" fmla="*/ 13570 h 27140"/>
              <a:gd name="connsiteX3" fmla="*/ 0 w 13571"/>
              <a:gd name="connsiteY3" fmla="*/ 27140 h 27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571" h="27140">
                <a:moveTo>
                  <a:pt x="0" y="27140"/>
                </a:moveTo>
                <a:lnTo>
                  <a:pt x="0" y="0"/>
                </a:lnTo>
                <a:lnTo>
                  <a:pt x="13571" y="13570"/>
                </a:lnTo>
                <a:lnTo>
                  <a:pt x="0" y="2714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43A0D5FD-2001-2FA0-673D-FD10C84B33C8}"/>
              </a:ext>
            </a:extLst>
          </p:cNvPr>
          <p:cNvSpPr/>
          <p:nvPr/>
        </p:nvSpPr>
        <p:spPr>
          <a:xfrm rot="6633207">
            <a:off x="6081196" y="3455453"/>
            <a:ext cx="25757" cy="25758"/>
          </a:xfrm>
          <a:custGeom>
            <a:avLst/>
            <a:gdLst>
              <a:gd name="connsiteX0" fmla="*/ 25757 w 25757"/>
              <a:gd name="connsiteY0" fmla="*/ 25758 h 25758"/>
              <a:gd name="connsiteX1" fmla="*/ 0 w 25757"/>
              <a:gd name="connsiteY1" fmla="*/ 0 h 25758"/>
              <a:gd name="connsiteX2" fmla="*/ 25757 w 25757"/>
              <a:gd name="connsiteY2" fmla="*/ 0 h 25758"/>
              <a:gd name="connsiteX3" fmla="*/ 25757 w 25757"/>
              <a:gd name="connsiteY3" fmla="*/ 25758 h 25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57" h="25758">
                <a:moveTo>
                  <a:pt x="25757" y="25758"/>
                </a:moveTo>
                <a:lnTo>
                  <a:pt x="0" y="0"/>
                </a:lnTo>
                <a:lnTo>
                  <a:pt x="25757" y="0"/>
                </a:lnTo>
                <a:lnTo>
                  <a:pt x="25757" y="25758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13081833-24F8-CACB-F385-48FEBE544125}"/>
              </a:ext>
            </a:extLst>
          </p:cNvPr>
          <p:cNvSpPr/>
          <p:nvPr/>
        </p:nvSpPr>
        <p:spPr>
          <a:xfrm rot="6633207">
            <a:off x="6099436" y="3348917"/>
            <a:ext cx="58343" cy="39331"/>
          </a:xfrm>
          <a:custGeom>
            <a:avLst/>
            <a:gdLst>
              <a:gd name="connsiteX0" fmla="*/ 0 w 58343"/>
              <a:gd name="connsiteY0" fmla="*/ 39331 h 39331"/>
              <a:gd name="connsiteX1" fmla="*/ 39331 w 58343"/>
              <a:gd name="connsiteY1" fmla="*/ 0 h 39331"/>
              <a:gd name="connsiteX2" fmla="*/ 58343 w 58343"/>
              <a:gd name="connsiteY2" fmla="*/ 19012 h 39331"/>
              <a:gd name="connsiteX3" fmla="*/ 58343 w 58343"/>
              <a:gd name="connsiteY3" fmla="*/ 39331 h 39331"/>
              <a:gd name="connsiteX4" fmla="*/ 0 w 58343"/>
              <a:gd name="connsiteY4" fmla="*/ 39331 h 3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43" h="39331">
                <a:moveTo>
                  <a:pt x="0" y="39331"/>
                </a:moveTo>
                <a:lnTo>
                  <a:pt x="39331" y="0"/>
                </a:lnTo>
                <a:lnTo>
                  <a:pt x="58343" y="19012"/>
                </a:lnTo>
                <a:lnTo>
                  <a:pt x="58343" y="39331"/>
                </a:lnTo>
                <a:lnTo>
                  <a:pt x="0" y="39331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E331A184-F994-E544-67B8-45AD8DC1BC95}"/>
              </a:ext>
            </a:extLst>
          </p:cNvPr>
          <p:cNvSpPr/>
          <p:nvPr/>
        </p:nvSpPr>
        <p:spPr>
          <a:xfrm rot="6633207">
            <a:off x="6044125" y="3343097"/>
            <a:ext cx="36608" cy="52898"/>
          </a:xfrm>
          <a:custGeom>
            <a:avLst/>
            <a:gdLst>
              <a:gd name="connsiteX0" fmla="*/ 0 w 36608"/>
              <a:gd name="connsiteY0" fmla="*/ 52898 h 52898"/>
              <a:gd name="connsiteX1" fmla="*/ 0 w 36608"/>
              <a:gd name="connsiteY1" fmla="*/ 0 h 52898"/>
              <a:gd name="connsiteX2" fmla="*/ 20319 w 36608"/>
              <a:gd name="connsiteY2" fmla="*/ 0 h 52898"/>
              <a:gd name="connsiteX3" fmla="*/ 36608 w 36608"/>
              <a:gd name="connsiteY3" fmla="*/ 16289 h 52898"/>
              <a:gd name="connsiteX4" fmla="*/ 0 w 36608"/>
              <a:gd name="connsiteY4" fmla="*/ 52898 h 52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608" h="52898">
                <a:moveTo>
                  <a:pt x="0" y="52898"/>
                </a:moveTo>
                <a:lnTo>
                  <a:pt x="0" y="0"/>
                </a:lnTo>
                <a:lnTo>
                  <a:pt x="20319" y="0"/>
                </a:lnTo>
                <a:lnTo>
                  <a:pt x="36608" y="16289"/>
                </a:lnTo>
                <a:lnTo>
                  <a:pt x="0" y="52898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90F7B9C1-120C-DA1D-425D-BAA096D27844}"/>
              </a:ext>
            </a:extLst>
          </p:cNvPr>
          <p:cNvSpPr/>
          <p:nvPr/>
        </p:nvSpPr>
        <p:spPr>
          <a:xfrm rot="6633207">
            <a:off x="6011670" y="3366261"/>
            <a:ext cx="42050" cy="58340"/>
          </a:xfrm>
          <a:custGeom>
            <a:avLst/>
            <a:gdLst>
              <a:gd name="connsiteX0" fmla="*/ 42050 w 42050"/>
              <a:gd name="connsiteY0" fmla="*/ 58340 h 58340"/>
              <a:gd name="connsiteX1" fmla="*/ 0 w 42050"/>
              <a:gd name="connsiteY1" fmla="*/ 16289 h 58340"/>
              <a:gd name="connsiteX2" fmla="*/ 16290 w 42050"/>
              <a:gd name="connsiteY2" fmla="*/ 0 h 58340"/>
              <a:gd name="connsiteX3" fmla="*/ 42050 w 42050"/>
              <a:gd name="connsiteY3" fmla="*/ 0 h 58340"/>
              <a:gd name="connsiteX4" fmla="*/ 42050 w 42050"/>
              <a:gd name="connsiteY4" fmla="*/ 58340 h 58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050" h="58340">
                <a:moveTo>
                  <a:pt x="42050" y="58340"/>
                </a:moveTo>
                <a:lnTo>
                  <a:pt x="0" y="16289"/>
                </a:lnTo>
                <a:lnTo>
                  <a:pt x="16290" y="0"/>
                </a:lnTo>
                <a:lnTo>
                  <a:pt x="42050" y="0"/>
                </a:lnTo>
                <a:lnTo>
                  <a:pt x="42050" y="5834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9D376769-E942-324E-EF22-29EA42A01A35}"/>
              </a:ext>
            </a:extLst>
          </p:cNvPr>
          <p:cNvSpPr/>
          <p:nvPr/>
        </p:nvSpPr>
        <p:spPr>
          <a:xfrm rot="6633207">
            <a:off x="6054745" y="3391596"/>
            <a:ext cx="78658" cy="78659"/>
          </a:xfrm>
          <a:custGeom>
            <a:avLst/>
            <a:gdLst>
              <a:gd name="connsiteX0" fmla="*/ 20319 w 78658"/>
              <a:gd name="connsiteY0" fmla="*/ 78659 h 78659"/>
              <a:gd name="connsiteX1" fmla="*/ 0 w 78658"/>
              <a:gd name="connsiteY1" fmla="*/ 58340 h 78659"/>
              <a:gd name="connsiteX2" fmla="*/ 0 w 78658"/>
              <a:gd name="connsiteY2" fmla="*/ 20316 h 78659"/>
              <a:gd name="connsiteX3" fmla="*/ 20316 w 78658"/>
              <a:gd name="connsiteY3" fmla="*/ 0 h 78659"/>
              <a:gd name="connsiteX4" fmla="*/ 52901 w 78658"/>
              <a:gd name="connsiteY4" fmla="*/ 0 h 78659"/>
              <a:gd name="connsiteX5" fmla="*/ 78658 w 78658"/>
              <a:gd name="connsiteY5" fmla="*/ 25758 h 78659"/>
              <a:gd name="connsiteX6" fmla="*/ 78658 w 78658"/>
              <a:gd name="connsiteY6" fmla="*/ 52898 h 78659"/>
              <a:gd name="connsiteX7" fmla="*/ 52898 w 78658"/>
              <a:gd name="connsiteY7" fmla="*/ 78659 h 78659"/>
              <a:gd name="connsiteX8" fmla="*/ 20319 w 78658"/>
              <a:gd name="connsiteY8" fmla="*/ 78659 h 78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8658" h="78659">
                <a:moveTo>
                  <a:pt x="20319" y="78659"/>
                </a:moveTo>
                <a:lnTo>
                  <a:pt x="0" y="58340"/>
                </a:lnTo>
                <a:lnTo>
                  <a:pt x="0" y="20316"/>
                </a:lnTo>
                <a:lnTo>
                  <a:pt x="20316" y="0"/>
                </a:lnTo>
                <a:lnTo>
                  <a:pt x="52901" y="0"/>
                </a:lnTo>
                <a:lnTo>
                  <a:pt x="78658" y="25758"/>
                </a:lnTo>
                <a:lnTo>
                  <a:pt x="78658" y="52898"/>
                </a:lnTo>
                <a:lnTo>
                  <a:pt x="52898" y="78659"/>
                </a:lnTo>
                <a:lnTo>
                  <a:pt x="20319" y="78659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237BEB28-6E25-71D3-DF95-CD2AB998C0F5}"/>
              </a:ext>
            </a:extLst>
          </p:cNvPr>
          <p:cNvSpPr/>
          <p:nvPr/>
        </p:nvSpPr>
        <p:spPr>
          <a:xfrm rot="6633207">
            <a:off x="6127246" y="3376730"/>
            <a:ext cx="58340" cy="39328"/>
          </a:xfrm>
          <a:custGeom>
            <a:avLst/>
            <a:gdLst>
              <a:gd name="connsiteX0" fmla="*/ 39328 w 58340"/>
              <a:gd name="connsiteY0" fmla="*/ 39328 h 39328"/>
              <a:gd name="connsiteX1" fmla="*/ 0 w 58340"/>
              <a:gd name="connsiteY1" fmla="*/ 0 h 39328"/>
              <a:gd name="connsiteX2" fmla="*/ 58340 w 58340"/>
              <a:gd name="connsiteY2" fmla="*/ 0 h 39328"/>
              <a:gd name="connsiteX3" fmla="*/ 58340 w 58340"/>
              <a:gd name="connsiteY3" fmla="*/ 20316 h 39328"/>
              <a:gd name="connsiteX4" fmla="*/ 39328 w 58340"/>
              <a:gd name="connsiteY4" fmla="*/ 39328 h 39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40" h="39328">
                <a:moveTo>
                  <a:pt x="39328" y="39328"/>
                </a:moveTo>
                <a:lnTo>
                  <a:pt x="0" y="0"/>
                </a:lnTo>
                <a:lnTo>
                  <a:pt x="58340" y="0"/>
                </a:lnTo>
                <a:lnTo>
                  <a:pt x="58340" y="20316"/>
                </a:lnTo>
                <a:lnTo>
                  <a:pt x="39328" y="39328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A2680017-5BEB-F827-88AC-AB7435FE0787}"/>
              </a:ext>
            </a:extLst>
          </p:cNvPr>
          <p:cNvSpPr/>
          <p:nvPr/>
        </p:nvSpPr>
        <p:spPr>
          <a:xfrm rot="6633207">
            <a:off x="6007206" y="3443867"/>
            <a:ext cx="52901" cy="39331"/>
          </a:xfrm>
          <a:custGeom>
            <a:avLst/>
            <a:gdLst>
              <a:gd name="connsiteX0" fmla="*/ 0 w 52901"/>
              <a:gd name="connsiteY0" fmla="*/ 39331 h 39331"/>
              <a:gd name="connsiteX1" fmla="*/ 0 w 52901"/>
              <a:gd name="connsiteY1" fmla="*/ 13570 h 39331"/>
              <a:gd name="connsiteX2" fmla="*/ 13571 w 52901"/>
              <a:gd name="connsiteY2" fmla="*/ 0 h 39331"/>
              <a:gd name="connsiteX3" fmla="*/ 52901 w 52901"/>
              <a:gd name="connsiteY3" fmla="*/ 39331 h 39331"/>
              <a:gd name="connsiteX4" fmla="*/ 0 w 52901"/>
              <a:gd name="connsiteY4" fmla="*/ 39331 h 3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01" h="39331">
                <a:moveTo>
                  <a:pt x="0" y="39331"/>
                </a:moveTo>
                <a:lnTo>
                  <a:pt x="0" y="13570"/>
                </a:lnTo>
                <a:lnTo>
                  <a:pt x="13571" y="0"/>
                </a:lnTo>
                <a:lnTo>
                  <a:pt x="52901" y="39331"/>
                </a:lnTo>
                <a:lnTo>
                  <a:pt x="0" y="39331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0995A3E5-9CAF-DE0F-25E9-11268211B8B6}"/>
              </a:ext>
            </a:extLst>
          </p:cNvPr>
          <p:cNvSpPr/>
          <p:nvPr/>
        </p:nvSpPr>
        <p:spPr>
          <a:xfrm rot="6633207">
            <a:off x="6137150" y="3436121"/>
            <a:ext cx="36608" cy="52900"/>
          </a:xfrm>
          <a:custGeom>
            <a:avLst/>
            <a:gdLst>
              <a:gd name="connsiteX0" fmla="*/ 0 w 36608"/>
              <a:gd name="connsiteY0" fmla="*/ 52900 h 52900"/>
              <a:gd name="connsiteX1" fmla="*/ 0 w 36608"/>
              <a:gd name="connsiteY1" fmla="*/ 0 h 52900"/>
              <a:gd name="connsiteX2" fmla="*/ 36608 w 36608"/>
              <a:gd name="connsiteY2" fmla="*/ 36608 h 52900"/>
              <a:gd name="connsiteX3" fmla="*/ 20316 w 36608"/>
              <a:gd name="connsiteY3" fmla="*/ 52900 h 52900"/>
              <a:gd name="connsiteX4" fmla="*/ 0 w 36608"/>
              <a:gd name="connsiteY4" fmla="*/ 52900 h 5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608" h="52900">
                <a:moveTo>
                  <a:pt x="0" y="52900"/>
                </a:moveTo>
                <a:lnTo>
                  <a:pt x="0" y="0"/>
                </a:lnTo>
                <a:lnTo>
                  <a:pt x="36608" y="36608"/>
                </a:lnTo>
                <a:lnTo>
                  <a:pt x="20316" y="52900"/>
                </a:lnTo>
                <a:lnTo>
                  <a:pt x="0" y="5290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60C4A9CF-57A7-5216-8484-D82BBBDD54E4}"/>
              </a:ext>
            </a:extLst>
          </p:cNvPr>
          <p:cNvSpPr/>
          <p:nvPr/>
        </p:nvSpPr>
        <p:spPr>
          <a:xfrm rot="6633207">
            <a:off x="6035018" y="3471679"/>
            <a:ext cx="52898" cy="39328"/>
          </a:xfrm>
          <a:custGeom>
            <a:avLst/>
            <a:gdLst>
              <a:gd name="connsiteX0" fmla="*/ 13571 w 52898"/>
              <a:gd name="connsiteY0" fmla="*/ 39328 h 39328"/>
              <a:gd name="connsiteX1" fmla="*/ 0 w 52898"/>
              <a:gd name="connsiteY1" fmla="*/ 25758 h 39328"/>
              <a:gd name="connsiteX2" fmla="*/ 0 w 52898"/>
              <a:gd name="connsiteY2" fmla="*/ 0 h 39328"/>
              <a:gd name="connsiteX3" fmla="*/ 52898 w 52898"/>
              <a:gd name="connsiteY3" fmla="*/ 0 h 39328"/>
              <a:gd name="connsiteX4" fmla="*/ 13571 w 52898"/>
              <a:gd name="connsiteY4" fmla="*/ 39328 h 39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98" h="39328">
                <a:moveTo>
                  <a:pt x="13571" y="39328"/>
                </a:moveTo>
                <a:lnTo>
                  <a:pt x="0" y="25758"/>
                </a:lnTo>
                <a:lnTo>
                  <a:pt x="0" y="0"/>
                </a:lnTo>
                <a:lnTo>
                  <a:pt x="52898" y="0"/>
                </a:lnTo>
                <a:lnTo>
                  <a:pt x="13571" y="39328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99982AA3-C665-CD68-D073-E90E44A45879}"/>
              </a:ext>
            </a:extLst>
          </p:cNvPr>
          <p:cNvSpPr/>
          <p:nvPr/>
        </p:nvSpPr>
        <p:spPr>
          <a:xfrm rot="6633207">
            <a:off x="6108543" y="3463134"/>
            <a:ext cx="42050" cy="58342"/>
          </a:xfrm>
          <a:custGeom>
            <a:avLst/>
            <a:gdLst>
              <a:gd name="connsiteX0" fmla="*/ 16293 w 42050"/>
              <a:gd name="connsiteY0" fmla="*/ 58342 h 58342"/>
              <a:gd name="connsiteX1" fmla="*/ 0 w 42050"/>
              <a:gd name="connsiteY1" fmla="*/ 42050 h 58342"/>
              <a:gd name="connsiteX2" fmla="*/ 42050 w 42050"/>
              <a:gd name="connsiteY2" fmla="*/ 0 h 58342"/>
              <a:gd name="connsiteX3" fmla="*/ 42050 w 42050"/>
              <a:gd name="connsiteY3" fmla="*/ 58342 h 58342"/>
              <a:gd name="connsiteX4" fmla="*/ 16293 w 42050"/>
              <a:gd name="connsiteY4" fmla="*/ 58342 h 58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050" h="58342">
                <a:moveTo>
                  <a:pt x="16293" y="58342"/>
                </a:moveTo>
                <a:lnTo>
                  <a:pt x="0" y="42050"/>
                </a:lnTo>
                <a:lnTo>
                  <a:pt x="42050" y="0"/>
                </a:lnTo>
                <a:lnTo>
                  <a:pt x="42050" y="58342"/>
                </a:lnTo>
                <a:lnTo>
                  <a:pt x="16293" y="58342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767C734C-5D6E-CB1A-0CED-2767E3838D44}"/>
              </a:ext>
            </a:extLst>
          </p:cNvPr>
          <p:cNvSpPr/>
          <p:nvPr/>
        </p:nvSpPr>
        <p:spPr>
          <a:xfrm rot="8100000">
            <a:off x="5408925" y="3792253"/>
            <a:ext cx="1073174" cy="758771"/>
          </a:xfrm>
          <a:custGeom>
            <a:avLst/>
            <a:gdLst>
              <a:gd name="connsiteX0" fmla="*/ 0 w 1073174"/>
              <a:gd name="connsiteY0" fmla="*/ 758771 h 758771"/>
              <a:gd name="connsiteX1" fmla="*/ 758772 w 1073174"/>
              <a:gd name="connsiteY1" fmla="*/ 0 h 758771"/>
              <a:gd name="connsiteX2" fmla="*/ 812682 w 1073174"/>
              <a:gd name="connsiteY2" fmla="*/ 59645 h 758771"/>
              <a:gd name="connsiteX3" fmla="*/ 1069697 w 1073174"/>
              <a:gd name="connsiteY3" fmla="*/ 685953 h 758771"/>
              <a:gd name="connsiteX4" fmla="*/ 1073174 w 1073174"/>
              <a:gd name="connsiteY4" fmla="*/ 758771 h 758771"/>
              <a:gd name="connsiteX5" fmla="*/ 0 w 1073174"/>
              <a:gd name="connsiteY5" fmla="*/ 758771 h 75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73174" h="758771">
                <a:moveTo>
                  <a:pt x="0" y="758771"/>
                </a:moveTo>
                <a:lnTo>
                  <a:pt x="758772" y="0"/>
                </a:lnTo>
                <a:lnTo>
                  <a:pt x="812682" y="59645"/>
                </a:lnTo>
                <a:cubicBezTo>
                  <a:pt x="962607" y="243463"/>
                  <a:pt x="1048278" y="462212"/>
                  <a:pt x="1069697" y="685953"/>
                </a:cubicBezTo>
                <a:lnTo>
                  <a:pt x="1073174" y="758771"/>
                </a:lnTo>
                <a:lnTo>
                  <a:pt x="0" y="758771"/>
                </a:lnTo>
                <a:close/>
              </a:path>
            </a:pathLst>
          </a:custGeom>
          <a:solidFill>
            <a:srgbClr val="583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F2EDC5BB-65EA-09F1-E9ED-470A077EE5D5}"/>
              </a:ext>
            </a:extLst>
          </p:cNvPr>
          <p:cNvSpPr/>
          <p:nvPr/>
        </p:nvSpPr>
        <p:spPr>
          <a:xfrm rot="8100000">
            <a:off x="5868416" y="3638358"/>
            <a:ext cx="756050" cy="1070322"/>
          </a:xfrm>
          <a:custGeom>
            <a:avLst/>
            <a:gdLst>
              <a:gd name="connsiteX0" fmla="*/ 0 w 756050"/>
              <a:gd name="connsiteY0" fmla="*/ 1070322 h 1070322"/>
              <a:gd name="connsiteX1" fmla="*/ 0 w 756050"/>
              <a:gd name="connsiteY1" fmla="*/ 0 h 1070322"/>
              <a:gd name="connsiteX2" fmla="*/ 70096 w 756050"/>
              <a:gd name="connsiteY2" fmla="*/ 3347 h 1070322"/>
              <a:gd name="connsiteX3" fmla="*/ 696404 w 756050"/>
              <a:gd name="connsiteY3" fmla="*/ 260361 h 1070322"/>
              <a:gd name="connsiteX4" fmla="*/ 756050 w 756050"/>
              <a:gd name="connsiteY4" fmla="*/ 314272 h 1070322"/>
              <a:gd name="connsiteX5" fmla="*/ 0 w 756050"/>
              <a:gd name="connsiteY5" fmla="*/ 1070322 h 107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6050" h="1070322">
                <a:moveTo>
                  <a:pt x="0" y="1070322"/>
                </a:moveTo>
                <a:lnTo>
                  <a:pt x="0" y="0"/>
                </a:lnTo>
                <a:lnTo>
                  <a:pt x="70096" y="3347"/>
                </a:lnTo>
                <a:cubicBezTo>
                  <a:pt x="293837" y="24765"/>
                  <a:pt x="512586" y="110437"/>
                  <a:pt x="696404" y="260361"/>
                </a:cubicBezTo>
                <a:lnTo>
                  <a:pt x="756050" y="314272"/>
                </a:lnTo>
                <a:lnTo>
                  <a:pt x="0" y="1070322"/>
                </a:lnTo>
                <a:close/>
              </a:path>
            </a:pathLst>
          </a:custGeom>
          <a:solidFill>
            <a:srgbClr val="040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05" name="Flowchart: Connector 104">
            <a:extLst>
              <a:ext uri="{FF2B5EF4-FFF2-40B4-BE49-F238E27FC236}">
                <a16:creationId xmlns:a16="http://schemas.microsoft.com/office/drawing/2014/main" id="{34BF4A0B-2D6E-C5E5-AE8D-7823518D3C8C}"/>
              </a:ext>
            </a:extLst>
          </p:cNvPr>
          <p:cNvSpPr/>
          <p:nvPr/>
        </p:nvSpPr>
        <p:spPr>
          <a:xfrm>
            <a:off x="5119659" y="2452866"/>
            <a:ext cx="1944986" cy="1944986"/>
          </a:xfrm>
          <a:prstGeom prst="flowChartConnector">
            <a:avLst/>
          </a:prstGeom>
          <a:gradFill flip="none" rotWithShape="1">
            <a:gsLst>
              <a:gs pos="71000">
                <a:schemeClr val="bg1">
                  <a:lumMod val="85000"/>
                </a:schemeClr>
              </a:gs>
              <a:gs pos="51000">
                <a:schemeClr val="bg1">
                  <a:lumMod val="95000"/>
                </a:schemeClr>
              </a:gs>
              <a:gs pos="0">
                <a:schemeClr val="bg1">
                  <a:lumMod val="81000"/>
                </a:schemeClr>
              </a:gs>
              <a:gs pos="100000">
                <a:schemeClr val="bg1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27000" dist="38100" dir="2700000" algn="tl" rotWithShape="0">
              <a:prstClr val="black">
                <a:alpha val="46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" name="Flowchart: Connector 119">
            <a:extLst>
              <a:ext uri="{FF2B5EF4-FFF2-40B4-BE49-F238E27FC236}">
                <a16:creationId xmlns:a16="http://schemas.microsoft.com/office/drawing/2014/main" id="{57C4BDFD-EAE1-F111-28F0-C5C8EDDF2EB2}"/>
              </a:ext>
            </a:extLst>
          </p:cNvPr>
          <p:cNvSpPr/>
          <p:nvPr/>
        </p:nvSpPr>
        <p:spPr>
          <a:xfrm>
            <a:off x="4584347" y="3783153"/>
            <a:ext cx="252000" cy="252000"/>
          </a:xfrm>
          <a:prstGeom prst="flowChartConnector">
            <a:avLst/>
          </a:prstGeom>
          <a:solidFill>
            <a:srgbClr val="9F5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1" name="Flowchart: Connector 120">
            <a:extLst>
              <a:ext uri="{FF2B5EF4-FFF2-40B4-BE49-F238E27FC236}">
                <a16:creationId xmlns:a16="http://schemas.microsoft.com/office/drawing/2014/main" id="{B208ABB9-1993-8BF6-37A5-A04B0A3D8384}"/>
              </a:ext>
            </a:extLst>
          </p:cNvPr>
          <p:cNvSpPr/>
          <p:nvPr/>
        </p:nvSpPr>
        <p:spPr>
          <a:xfrm>
            <a:off x="4528494" y="2786000"/>
            <a:ext cx="252000" cy="252000"/>
          </a:xfrm>
          <a:prstGeom prst="flowChartConnector">
            <a:avLst/>
          </a:prstGeom>
          <a:solidFill>
            <a:srgbClr val="FF8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2" name="Flowchart: Connector 121">
            <a:extLst>
              <a:ext uri="{FF2B5EF4-FFF2-40B4-BE49-F238E27FC236}">
                <a16:creationId xmlns:a16="http://schemas.microsoft.com/office/drawing/2014/main" id="{F7BD944E-795D-4066-E19C-C1BD72063620}"/>
              </a:ext>
            </a:extLst>
          </p:cNvPr>
          <p:cNvSpPr/>
          <p:nvPr/>
        </p:nvSpPr>
        <p:spPr>
          <a:xfrm>
            <a:off x="5327090" y="1905311"/>
            <a:ext cx="252000" cy="252000"/>
          </a:xfrm>
          <a:prstGeom prst="flowChartConnector">
            <a:avLst/>
          </a:prstGeom>
          <a:solidFill>
            <a:srgbClr val="FEC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3" name="Flowchart: Connector 122">
            <a:extLst>
              <a:ext uri="{FF2B5EF4-FFF2-40B4-BE49-F238E27FC236}">
                <a16:creationId xmlns:a16="http://schemas.microsoft.com/office/drawing/2014/main" id="{6CB767FA-6990-4679-9742-A09ED7F2BFDF}"/>
              </a:ext>
            </a:extLst>
          </p:cNvPr>
          <p:cNvSpPr/>
          <p:nvPr/>
        </p:nvSpPr>
        <p:spPr>
          <a:xfrm>
            <a:off x="5346796" y="4722073"/>
            <a:ext cx="252000" cy="252000"/>
          </a:xfrm>
          <a:prstGeom prst="flowChartConnector">
            <a:avLst/>
          </a:prstGeom>
          <a:solidFill>
            <a:srgbClr val="54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0" name="Flowchart: Connector 129">
            <a:extLst>
              <a:ext uri="{FF2B5EF4-FFF2-40B4-BE49-F238E27FC236}">
                <a16:creationId xmlns:a16="http://schemas.microsoft.com/office/drawing/2014/main" id="{B26D2650-9772-F19E-04BF-723ABE8ECBDF}"/>
              </a:ext>
            </a:extLst>
          </p:cNvPr>
          <p:cNvSpPr/>
          <p:nvPr/>
        </p:nvSpPr>
        <p:spPr>
          <a:xfrm flipH="1">
            <a:off x="7396097" y="3774579"/>
            <a:ext cx="252000" cy="252000"/>
          </a:xfrm>
          <a:prstGeom prst="flowChartConnector">
            <a:avLst/>
          </a:prstGeom>
          <a:solidFill>
            <a:srgbClr val="6F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1" name="Flowchart: Connector 130">
            <a:extLst>
              <a:ext uri="{FF2B5EF4-FFF2-40B4-BE49-F238E27FC236}">
                <a16:creationId xmlns:a16="http://schemas.microsoft.com/office/drawing/2014/main" id="{9F75D928-EB33-E3D3-ED15-4C654E51D521}"/>
              </a:ext>
            </a:extLst>
          </p:cNvPr>
          <p:cNvSpPr/>
          <p:nvPr/>
        </p:nvSpPr>
        <p:spPr>
          <a:xfrm flipH="1">
            <a:off x="7451950" y="2777426"/>
            <a:ext cx="252000" cy="252000"/>
          </a:xfrm>
          <a:prstGeom prst="flowChartConnector">
            <a:avLst/>
          </a:prstGeom>
          <a:solidFill>
            <a:srgbClr val="3ED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2" name="Flowchart: Connector 131">
            <a:extLst>
              <a:ext uri="{FF2B5EF4-FFF2-40B4-BE49-F238E27FC236}">
                <a16:creationId xmlns:a16="http://schemas.microsoft.com/office/drawing/2014/main" id="{74794E20-2B08-BD85-42C0-179BE1C1845D}"/>
              </a:ext>
            </a:extLst>
          </p:cNvPr>
          <p:cNvSpPr/>
          <p:nvPr/>
        </p:nvSpPr>
        <p:spPr>
          <a:xfrm flipH="1">
            <a:off x="6653354" y="1896737"/>
            <a:ext cx="252000" cy="252000"/>
          </a:xfrm>
          <a:prstGeom prst="flowChartConnector">
            <a:avLst/>
          </a:prstGeom>
          <a:solidFill>
            <a:srgbClr val="05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3" name="Flowchart: Connector 132">
            <a:extLst>
              <a:ext uri="{FF2B5EF4-FFF2-40B4-BE49-F238E27FC236}">
                <a16:creationId xmlns:a16="http://schemas.microsoft.com/office/drawing/2014/main" id="{E95493CB-E9F4-7329-7854-1BD149F7BB96}"/>
              </a:ext>
            </a:extLst>
          </p:cNvPr>
          <p:cNvSpPr/>
          <p:nvPr/>
        </p:nvSpPr>
        <p:spPr>
          <a:xfrm flipH="1">
            <a:off x="6633648" y="4713499"/>
            <a:ext cx="252000" cy="252000"/>
          </a:xfrm>
          <a:prstGeom prst="flowChartConnector">
            <a:avLst/>
          </a:prstGeom>
          <a:solidFill>
            <a:srgbClr val="040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6A3B82C-D956-6AEE-D9E4-D29A8C4CD75A}"/>
              </a:ext>
            </a:extLst>
          </p:cNvPr>
          <p:cNvGrpSpPr/>
          <p:nvPr/>
        </p:nvGrpSpPr>
        <p:grpSpPr>
          <a:xfrm>
            <a:off x="2094055" y="813324"/>
            <a:ext cx="3571704" cy="1093340"/>
            <a:chOff x="2094055" y="813324"/>
            <a:chExt cx="3571704" cy="1093340"/>
          </a:xfrm>
        </p:grpSpPr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204218E8-6C7F-DDBB-49DE-C7CEDC863D0F}"/>
                </a:ext>
              </a:extLst>
            </p:cNvPr>
            <p:cNvSpPr/>
            <p:nvPr/>
          </p:nvSpPr>
          <p:spPr>
            <a:xfrm>
              <a:off x="2094055" y="813324"/>
              <a:ext cx="3201751" cy="1051472"/>
            </a:xfrm>
            <a:prstGeom prst="roundRect">
              <a:avLst>
                <a:gd name="adj" fmla="val 50000"/>
              </a:avLst>
            </a:prstGeom>
            <a:solidFill>
              <a:srgbClr val="FEC99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9BDC5218-04B5-64AB-0682-D9D2D7A0BD5C}"/>
                </a:ext>
              </a:extLst>
            </p:cNvPr>
            <p:cNvGrpSpPr/>
            <p:nvPr/>
          </p:nvGrpSpPr>
          <p:grpSpPr>
            <a:xfrm>
              <a:off x="2215863" y="834960"/>
              <a:ext cx="3449896" cy="1071704"/>
              <a:chOff x="2215863" y="834960"/>
              <a:chExt cx="3449896" cy="1071704"/>
            </a:xfrm>
          </p:grpSpPr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706325A0-0366-78B9-2E62-9FDAFEB5D304}"/>
                  </a:ext>
                </a:extLst>
              </p:cNvPr>
              <p:cNvSpPr txBox="1"/>
              <p:nvPr/>
            </p:nvSpPr>
            <p:spPr>
              <a:xfrm>
                <a:off x="2271522" y="834960"/>
                <a:ext cx="3327274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500" u="sng">
                    <a:latin typeface="Sitka Small Semibold" pitchFamily="2" charset="0"/>
                  </a:rPr>
                  <a:t>MULTI PLATFORM NAVIGATION</a:t>
                </a:r>
                <a:endParaRPr lang="en-IN" sz="1500" u="sng">
                  <a:latin typeface="Sitka Small Semibold" pitchFamily="2" charset="0"/>
                </a:endParaRP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80CE3AD0-4A2D-F21D-714C-2A4E8C88CC2B}"/>
                  </a:ext>
                </a:extLst>
              </p:cNvPr>
              <p:cNvSpPr txBox="1"/>
              <p:nvPr/>
            </p:nvSpPr>
            <p:spPr>
              <a:xfrm>
                <a:off x="2215863" y="1260333"/>
                <a:ext cx="344989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>
                    <a:solidFill>
                      <a:schemeClr val="bg1"/>
                    </a:solidFill>
                  </a:rPr>
                  <a:t>A</a:t>
                </a:r>
                <a:r>
                  <a:rPr lang="en-US" sz="1800">
                    <a:solidFill>
                      <a:schemeClr val="bg1"/>
                    </a:solidFill>
                  </a:rPr>
                  <a:t>ccessible in Android, </a:t>
                </a:r>
              </a:p>
              <a:p>
                <a:r>
                  <a:rPr lang="en-US" sz="1800">
                    <a:solidFill>
                      <a:schemeClr val="bg1"/>
                    </a:solidFill>
                  </a:rPr>
                  <a:t>iOS , digital Kiosks.</a:t>
                </a:r>
                <a:endParaRPr lang="en-IN" sz="180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2E36E7E-C9F5-8C90-2416-88433E731580}"/>
              </a:ext>
            </a:extLst>
          </p:cNvPr>
          <p:cNvGrpSpPr/>
          <p:nvPr/>
        </p:nvGrpSpPr>
        <p:grpSpPr>
          <a:xfrm>
            <a:off x="1071058" y="2152052"/>
            <a:ext cx="3201751" cy="1157903"/>
            <a:chOff x="1071058" y="2152052"/>
            <a:chExt cx="3201751" cy="1157903"/>
          </a:xfrm>
        </p:grpSpPr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71E73C1E-511C-1A01-789B-2F7B98DA90AF}"/>
                </a:ext>
              </a:extLst>
            </p:cNvPr>
            <p:cNvSpPr/>
            <p:nvPr/>
          </p:nvSpPr>
          <p:spPr>
            <a:xfrm>
              <a:off x="1071058" y="2160626"/>
              <a:ext cx="3201751" cy="1051472"/>
            </a:xfrm>
            <a:prstGeom prst="roundRect">
              <a:avLst>
                <a:gd name="adj" fmla="val 50000"/>
              </a:avLst>
            </a:prstGeom>
            <a:solidFill>
              <a:srgbClr val="FF847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73F1AB7B-877B-4A97-814D-7848D1038D74}"/>
                </a:ext>
              </a:extLst>
            </p:cNvPr>
            <p:cNvGrpSpPr/>
            <p:nvPr/>
          </p:nvGrpSpPr>
          <p:grpSpPr>
            <a:xfrm>
              <a:off x="1217454" y="2152052"/>
              <a:ext cx="2385423" cy="1157903"/>
              <a:chOff x="1217454" y="2152052"/>
              <a:chExt cx="2385423" cy="1157903"/>
            </a:xfrm>
          </p:grpSpPr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70F2B7ED-3094-FF7E-4F34-8969DA4B6F44}"/>
                  </a:ext>
                </a:extLst>
              </p:cNvPr>
              <p:cNvSpPr txBox="1"/>
              <p:nvPr/>
            </p:nvSpPr>
            <p:spPr>
              <a:xfrm>
                <a:off x="1220247" y="2152052"/>
                <a:ext cx="185579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b="1" u="sng">
                    <a:latin typeface="Sitka Small Semibold" pitchFamily="2" charset="0"/>
                  </a:rPr>
                  <a:t>3D MAPS</a:t>
                </a:r>
                <a:endParaRPr lang="en-IN" sz="1800" b="1" u="sng">
                  <a:latin typeface="Sitka Small Semibold" pitchFamily="2" charset="0"/>
                </a:endParaRPr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BB7DED53-9F2B-B120-FCB6-093CF15DB6E4}"/>
                  </a:ext>
                </a:extLst>
              </p:cNvPr>
              <p:cNvSpPr txBox="1"/>
              <p:nvPr/>
            </p:nvSpPr>
            <p:spPr>
              <a:xfrm>
                <a:off x="1217454" y="2386625"/>
                <a:ext cx="2385423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>
                    <a:solidFill>
                      <a:schemeClr val="bg1"/>
                    </a:solidFill>
                  </a:rPr>
                  <a:t>Interactive Navigation with zoom and rotate option</a:t>
                </a:r>
                <a:r>
                  <a:rPr lang="en-IN">
                    <a:solidFill>
                      <a:schemeClr val="bg1"/>
                    </a:solidFill>
                  </a:rPr>
                  <a:t>.</a:t>
                </a:r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F81290A-80E5-7D5F-BE94-C66949EF9E49}"/>
              </a:ext>
            </a:extLst>
          </p:cNvPr>
          <p:cNvGrpSpPr/>
          <p:nvPr/>
        </p:nvGrpSpPr>
        <p:grpSpPr>
          <a:xfrm>
            <a:off x="1071058" y="3645902"/>
            <a:ext cx="3201751" cy="1051472"/>
            <a:chOff x="1071058" y="3645902"/>
            <a:chExt cx="3201751" cy="1051472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F8557319-7EA2-00DC-62B2-1371A8425C3A}"/>
                </a:ext>
              </a:extLst>
            </p:cNvPr>
            <p:cNvSpPr/>
            <p:nvPr/>
          </p:nvSpPr>
          <p:spPr>
            <a:xfrm>
              <a:off x="1071058" y="3645902"/>
              <a:ext cx="3201751" cy="1051472"/>
            </a:xfrm>
            <a:prstGeom prst="roundRect">
              <a:avLst>
                <a:gd name="adj" fmla="val 50000"/>
              </a:avLst>
            </a:prstGeom>
            <a:solidFill>
              <a:srgbClr val="9F5F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B1C52899-570B-9EB3-8EA4-7E4E8872A92F}"/>
                </a:ext>
              </a:extLst>
            </p:cNvPr>
            <p:cNvGrpSpPr/>
            <p:nvPr/>
          </p:nvGrpSpPr>
          <p:grpSpPr>
            <a:xfrm>
              <a:off x="1215450" y="3691403"/>
              <a:ext cx="2394055" cy="896084"/>
              <a:chOff x="1215450" y="3691403"/>
              <a:chExt cx="2394055" cy="896084"/>
            </a:xfrm>
          </p:grpSpPr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F16E6D91-670A-6D85-804C-741B3D2BE85A}"/>
                  </a:ext>
                </a:extLst>
              </p:cNvPr>
              <p:cNvSpPr txBox="1"/>
              <p:nvPr/>
            </p:nvSpPr>
            <p:spPr>
              <a:xfrm>
                <a:off x="1215450" y="3691403"/>
                <a:ext cx="23940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b="1" u="sng">
                    <a:latin typeface="Sitka Small Semibold" pitchFamily="2" charset="0"/>
                  </a:rPr>
                  <a:t>FOR DISABLES</a:t>
                </a:r>
                <a:endParaRPr lang="en-IN" sz="1800" b="1" u="sng">
                  <a:latin typeface="Sitka Small Semibold" pitchFamily="2" charset="0"/>
                </a:endParaRP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4E47158B-335D-FEEF-EBC3-8190E131EA48}"/>
                  </a:ext>
                </a:extLst>
              </p:cNvPr>
              <p:cNvSpPr txBox="1"/>
              <p:nvPr/>
            </p:nvSpPr>
            <p:spPr>
              <a:xfrm>
                <a:off x="1269762" y="3941156"/>
                <a:ext cx="227770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>
                    <a:solidFill>
                      <a:schemeClr val="bg1"/>
                    </a:solidFill>
                  </a:rPr>
                  <a:t>Voice guide, wheel chair friendly routes.</a:t>
                </a:r>
                <a:endParaRPr lang="en-IN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A69D139-4ADE-5A3E-3CDC-A3049DE33159}"/>
              </a:ext>
            </a:extLst>
          </p:cNvPr>
          <p:cNvGrpSpPr/>
          <p:nvPr/>
        </p:nvGrpSpPr>
        <p:grpSpPr>
          <a:xfrm>
            <a:off x="2015938" y="4945140"/>
            <a:ext cx="3201751" cy="1150137"/>
            <a:chOff x="2015938" y="4945140"/>
            <a:chExt cx="3201751" cy="1150137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DC4C9322-6B3E-0D28-1988-B7EA10ECC365}"/>
                </a:ext>
              </a:extLst>
            </p:cNvPr>
            <p:cNvSpPr/>
            <p:nvPr/>
          </p:nvSpPr>
          <p:spPr>
            <a:xfrm>
              <a:off x="2015938" y="4945140"/>
              <a:ext cx="3201751" cy="1051472"/>
            </a:xfrm>
            <a:prstGeom prst="roundRect">
              <a:avLst>
                <a:gd name="adj" fmla="val 50000"/>
              </a:avLst>
            </a:prstGeom>
            <a:solidFill>
              <a:srgbClr val="543A6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11BE6C6F-65D6-0D25-8744-02454BBE039C}"/>
                </a:ext>
              </a:extLst>
            </p:cNvPr>
            <p:cNvGrpSpPr/>
            <p:nvPr/>
          </p:nvGrpSpPr>
          <p:grpSpPr>
            <a:xfrm>
              <a:off x="2110640" y="4984536"/>
              <a:ext cx="2669707" cy="1110741"/>
              <a:chOff x="2110640" y="4984536"/>
              <a:chExt cx="2669707" cy="1110741"/>
            </a:xfrm>
          </p:grpSpPr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561514C0-0CFA-F27D-59C5-33E5AA136B81}"/>
                  </a:ext>
                </a:extLst>
              </p:cNvPr>
              <p:cNvSpPr txBox="1"/>
              <p:nvPr/>
            </p:nvSpPr>
            <p:spPr>
              <a:xfrm>
                <a:off x="2110640" y="4984536"/>
                <a:ext cx="2669707" cy="353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700" b="1" u="sng">
                    <a:latin typeface="Sitka Small Semibold" pitchFamily="2" charset="0"/>
                  </a:rPr>
                  <a:t>USER EXPERIENCE</a:t>
                </a:r>
                <a:endParaRPr lang="en-IN" sz="1700" b="1" u="sng">
                  <a:latin typeface="Sitka Small Semibold" pitchFamily="2" charset="0"/>
                </a:endParaRP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A5ED20F8-4CB2-22EF-A477-8AB4371C7A59}"/>
                  </a:ext>
                </a:extLst>
              </p:cNvPr>
              <p:cNvSpPr txBox="1"/>
              <p:nvPr/>
            </p:nvSpPr>
            <p:spPr>
              <a:xfrm>
                <a:off x="2225032" y="5171947"/>
                <a:ext cx="2359315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>
                    <a:solidFill>
                      <a:schemeClr val="bg1"/>
                    </a:solidFill>
                  </a:rPr>
                  <a:t>Simple &amp; easy to access using VR Technology.</a:t>
                </a:r>
                <a:endParaRPr lang="en-IN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8F0084C-5D3D-BDA9-2865-56900D851AA1}"/>
              </a:ext>
            </a:extLst>
          </p:cNvPr>
          <p:cNvGrpSpPr/>
          <p:nvPr/>
        </p:nvGrpSpPr>
        <p:grpSpPr>
          <a:xfrm>
            <a:off x="6936638" y="764854"/>
            <a:ext cx="3330243" cy="1141343"/>
            <a:chOff x="6936638" y="764854"/>
            <a:chExt cx="3330243" cy="1141343"/>
          </a:xfrm>
        </p:grpSpPr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C554CDD8-8542-4753-CBA2-7386CAB29DC3}"/>
                </a:ext>
              </a:extLst>
            </p:cNvPr>
            <p:cNvSpPr/>
            <p:nvPr/>
          </p:nvSpPr>
          <p:spPr>
            <a:xfrm flipH="1">
              <a:off x="6936638" y="804750"/>
              <a:ext cx="3201751" cy="1051472"/>
            </a:xfrm>
            <a:prstGeom prst="roundRect">
              <a:avLst>
                <a:gd name="adj" fmla="val 50000"/>
              </a:avLst>
            </a:prstGeom>
            <a:solidFill>
              <a:srgbClr val="059D9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5E713A00-6BE1-A131-80F2-2F94620355D2}"/>
                </a:ext>
              </a:extLst>
            </p:cNvPr>
            <p:cNvGrpSpPr/>
            <p:nvPr/>
          </p:nvGrpSpPr>
          <p:grpSpPr>
            <a:xfrm>
              <a:off x="7823562" y="764854"/>
              <a:ext cx="2443319" cy="1141343"/>
              <a:chOff x="7823562" y="764854"/>
              <a:chExt cx="2443319" cy="1141343"/>
            </a:xfrm>
          </p:grpSpPr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64A24014-B826-C223-75E0-74E313FC906D}"/>
                  </a:ext>
                </a:extLst>
              </p:cNvPr>
              <p:cNvSpPr txBox="1"/>
              <p:nvPr/>
            </p:nvSpPr>
            <p:spPr>
              <a:xfrm>
                <a:off x="7823562" y="764854"/>
                <a:ext cx="24433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b="1" u="sng">
                    <a:latin typeface="Sitka Small Semibold" pitchFamily="2" charset="0"/>
                  </a:rPr>
                  <a:t>INTEGRATION</a:t>
                </a:r>
              </a:p>
            </p:txBody>
          </p: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673ADFF1-9ADE-BBE0-BAAC-783B073773AA}"/>
                  </a:ext>
                </a:extLst>
              </p:cNvPr>
              <p:cNvSpPr txBox="1"/>
              <p:nvPr/>
            </p:nvSpPr>
            <p:spPr>
              <a:xfrm>
                <a:off x="8020306" y="982867"/>
                <a:ext cx="2246575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>
                    <a:solidFill>
                      <a:schemeClr val="bg1"/>
                    </a:solidFill>
                  </a:rPr>
                  <a:t>With existing platforms like IRCTC , etc..</a:t>
                </a:r>
                <a:endParaRPr lang="en-IN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2DAD6AE-2DE1-526C-49DD-4F79196F386C}"/>
              </a:ext>
            </a:extLst>
          </p:cNvPr>
          <p:cNvGrpSpPr/>
          <p:nvPr/>
        </p:nvGrpSpPr>
        <p:grpSpPr>
          <a:xfrm>
            <a:off x="7959635" y="2148737"/>
            <a:ext cx="3361408" cy="1840748"/>
            <a:chOff x="7959635" y="2148737"/>
            <a:chExt cx="3361408" cy="1840748"/>
          </a:xfrm>
        </p:grpSpPr>
        <p:sp>
          <p:nvSpPr>
            <p:cNvPr id="127" name="Rectangle: Rounded Corners 126">
              <a:extLst>
                <a:ext uri="{FF2B5EF4-FFF2-40B4-BE49-F238E27FC236}">
                  <a16:creationId xmlns:a16="http://schemas.microsoft.com/office/drawing/2014/main" id="{4ACAEE72-CECE-56E2-FA74-E759CE91DCA7}"/>
                </a:ext>
              </a:extLst>
            </p:cNvPr>
            <p:cNvSpPr/>
            <p:nvPr/>
          </p:nvSpPr>
          <p:spPr>
            <a:xfrm flipH="1">
              <a:off x="7959635" y="2152052"/>
              <a:ext cx="3201751" cy="1051472"/>
            </a:xfrm>
            <a:prstGeom prst="roundRect">
              <a:avLst>
                <a:gd name="adj" fmla="val 50000"/>
              </a:avLst>
            </a:prstGeom>
            <a:solidFill>
              <a:srgbClr val="3ED8E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B6C7E2C1-52F5-815D-FB09-D7AD07B6CCD5}"/>
                </a:ext>
              </a:extLst>
            </p:cNvPr>
            <p:cNvGrpSpPr/>
            <p:nvPr/>
          </p:nvGrpSpPr>
          <p:grpSpPr>
            <a:xfrm>
              <a:off x="8738279" y="2148737"/>
              <a:ext cx="2582764" cy="1840748"/>
              <a:chOff x="8738279" y="2148737"/>
              <a:chExt cx="2582764" cy="1840748"/>
            </a:xfrm>
          </p:grpSpPr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976F96C2-C7AB-1073-6E4A-53246A0B85D8}"/>
                  </a:ext>
                </a:extLst>
              </p:cNvPr>
              <p:cNvSpPr txBox="1"/>
              <p:nvPr/>
            </p:nvSpPr>
            <p:spPr>
              <a:xfrm>
                <a:off x="8738279" y="2148737"/>
                <a:ext cx="23347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b="1" u="sng">
                    <a:latin typeface="Sitka Small Semibold" pitchFamily="2" charset="0"/>
                  </a:rPr>
                  <a:t>Interactive Maps </a:t>
                </a:r>
                <a:endParaRPr lang="en-IN"/>
              </a:p>
            </p:txBody>
          </p: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F1674805-CE80-4F3A-3D64-49C7F0FADA52}"/>
                  </a:ext>
                </a:extLst>
              </p:cNvPr>
              <p:cNvSpPr txBox="1"/>
              <p:nvPr/>
            </p:nvSpPr>
            <p:spPr>
              <a:xfrm>
                <a:off x="8819173" y="2478573"/>
                <a:ext cx="250187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>
                    <a:solidFill>
                      <a:schemeClr val="bg1"/>
                    </a:solidFill>
                  </a:rPr>
                  <a:t>Making the visualization easy using AR</a:t>
                </a:r>
                <a:r>
                  <a:rPr lang="en-IN">
                    <a:solidFill>
                      <a:schemeClr val="bg1"/>
                    </a:solidFill>
                  </a:rPr>
                  <a:t>.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B7E5C75-8717-0BEC-C126-06E89F44DE79}"/>
                  </a:ext>
                </a:extLst>
              </p:cNvPr>
              <p:cNvSpPr txBox="1"/>
              <p:nvPr/>
            </p:nvSpPr>
            <p:spPr>
              <a:xfrm>
                <a:off x="8741350" y="3620153"/>
                <a:ext cx="23347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b="1" u="sng">
                    <a:latin typeface="Sitka Small Semibold" pitchFamily="2" charset="0"/>
                  </a:rPr>
                  <a:t>UPDATES </a:t>
                </a:r>
                <a:endParaRPr lang="en-IN"/>
              </a:p>
            </p:txBody>
          </p:sp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FA334F1-5663-67C4-C573-686E60F2EDED}"/>
              </a:ext>
            </a:extLst>
          </p:cNvPr>
          <p:cNvGrpSpPr/>
          <p:nvPr/>
        </p:nvGrpSpPr>
        <p:grpSpPr>
          <a:xfrm>
            <a:off x="7014755" y="4936566"/>
            <a:ext cx="3947648" cy="1051472"/>
            <a:chOff x="7014755" y="4936566"/>
            <a:chExt cx="3947648" cy="1051472"/>
          </a:xfrm>
        </p:grpSpPr>
        <p:sp>
          <p:nvSpPr>
            <p:cNvPr id="129" name="Rectangle: Rounded Corners 128">
              <a:extLst>
                <a:ext uri="{FF2B5EF4-FFF2-40B4-BE49-F238E27FC236}">
                  <a16:creationId xmlns:a16="http://schemas.microsoft.com/office/drawing/2014/main" id="{F697F595-8E17-4175-1909-4D1AA9C27183}"/>
                </a:ext>
              </a:extLst>
            </p:cNvPr>
            <p:cNvSpPr/>
            <p:nvPr/>
          </p:nvSpPr>
          <p:spPr>
            <a:xfrm flipH="1">
              <a:off x="7014755" y="4936566"/>
              <a:ext cx="3201751" cy="1051472"/>
            </a:xfrm>
            <a:prstGeom prst="roundRect">
              <a:avLst>
                <a:gd name="adj" fmla="val 50000"/>
              </a:avLst>
            </a:prstGeom>
            <a:solidFill>
              <a:srgbClr val="04019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8EA526A0-E1B0-DF61-1486-553212E57C2C}"/>
                </a:ext>
              </a:extLst>
            </p:cNvPr>
            <p:cNvGrpSpPr/>
            <p:nvPr/>
          </p:nvGrpSpPr>
          <p:grpSpPr>
            <a:xfrm>
              <a:off x="7922671" y="4974073"/>
              <a:ext cx="3039732" cy="876336"/>
              <a:chOff x="7922671" y="4974073"/>
              <a:chExt cx="3039732" cy="876336"/>
            </a:xfrm>
          </p:grpSpPr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66FD3382-2700-CB7C-12D2-65736756786B}"/>
                  </a:ext>
                </a:extLst>
              </p:cNvPr>
              <p:cNvSpPr txBox="1"/>
              <p:nvPr/>
            </p:nvSpPr>
            <p:spPr>
              <a:xfrm>
                <a:off x="7922671" y="4974073"/>
                <a:ext cx="22157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u="sng">
                    <a:latin typeface="Sitka Small Semibold" pitchFamily="2" charset="0"/>
                  </a:rPr>
                  <a:t>SECURITY</a:t>
                </a:r>
                <a:endParaRPr lang="en-IN" sz="1800" b="1" u="sng">
                  <a:latin typeface="Sitka Small Semibold" pitchFamily="2" charset="0"/>
                </a:endParaRPr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01A24F60-A7DF-F902-0211-F7F549B56D7B}"/>
                  </a:ext>
                </a:extLst>
              </p:cNvPr>
              <p:cNvSpPr txBox="1"/>
              <p:nvPr/>
            </p:nvSpPr>
            <p:spPr>
              <a:xfrm>
                <a:off x="8010606" y="5204078"/>
                <a:ext cx="295179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>
                    <a:solidFill>
                      <a:schemeClr val="bg1"/>
                    </a:solidFill>
                  </a:rPr>
                  <a:t>Live location of user is protected using API.</a:t>
                </a:r>
                <a:endParaRPr lang="en-IN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AAB6F1-FF06-9D39-01C1-9BF19C26406F}"/>
              </a:ext>
            </a:extLst>
          </p:cNvPr>
          <p:cNvGrpSpPr/>
          <p:nvPr/>
        </p:nvGrpSpPr>
        <p:grpSpPr>
          <a:xfrm>
            <a:off x="4233294" y="5041709"/>
            <a:ext cx="842400" cy="841186"/>
            <a:chOff x="4233294" y="5041709"/>
            <a:chExt cx="842400" cy="841186"/>
          </a:xfrm>
        </p:grpSpPr>
        <p:sp>
          <p:nvSpPr>
            <p:cNvPr id="139" name="Flowchart: Connector 138">
              <a:extLst>
                <a:ext uri="{FF2B5EF4-FFF2-40B4-BE49-F238E27FC236}">
                  <a16:creationId xmlns:a16="http://schemas.microsoft.com/office/drawing/2014/main" id="{B5B0A098-ADD1-37E1-7BD1-9028178AA26C}"/>
                </a:ext>
              </a:extLst>
            </p:cNvPr>
            <p:cNvSpPr/>
            <p:nvPr/>
          </p:nvSpPr>
          <p:spPr>
            <a:xfrm>
              <a:off x="4233294" y="5041709"/>
              <a:ext cx="842400" cy="841186"/>
            </a:xfrm>
            <a:prstGeom prst="flowChartConnector">
              <a:avLst/>
            </a:prstGeom>
            <a:gradFill flip="none" rotWithShape="1">
              <a:gsLst>
                <a:gs pos="71000">
                  <a:schemeClr val="bg1">
                    <a:lumMod val="85000"/>
                  </a:schemeClr>
                </a:gs>
                <a:gs pos="51000">
                  <a:schemeClr val="bg1">
                    <a:lumMod val="95000"/>
                  </a:schemeClr>
                </a:gs>
                <a:gs pos="0">
                  <a:schemeClr val="bg1">
                    <a:lumMod val="81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ffectLst>
              <a:outerShdw blurRad="127000" dist="38100" dir="2700000" algn="tl" rotWithShape="0">
                <a:prstClr val="black">
                  <a:alpha val="46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52" name="Graphic 51" descr="Laptop with solid fill">
              <a:extLst>
                <a:ext uri="{FF2B5EF4-FFF2-40B4-BE49-F238E27FC236}">
                  <a16:creationId xmlns:a16="http://schemas.microsoft.com/office/drawing/2014/main" id="{F1D5A42E-AD35-D0AA-A2E1-352D5F7B1E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318140" y="5106893"/>
              <a:ext cx="661302" cy="661302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3E5888F-7D5A-5321-42B2-707DCE653330}"/>
              </a:ext>
            </a:extLst>
          </p:cNvPr>
          <p:cNvGrpSpPr/>
          <p:nvPr/>
        </p:nvGrpSpPr>
        <p:grpSpPr>
          <a:xfrm>
            <a:off x="3314227" y="3736257"/>
            <a:ext cx="842400" cy="841186"/>
            <a:chOff x="3314227" y="3736257"/>
            <a:chExt cx="842400" cy="841186"/>
          </a:xfrm>
        </p:grpSpPr>
        <p:sp>
          <p:nvSpPr>
            <p:cNvPr id="140" name="Flowchart: Connector 139">
              <a:extLst>
                <a:ext uri="{FF2B5EF4-FFF2-40B4-BE49-F238E27FC236}">
                  <a16:creationId xmlns:a16="http://schemas.microsoft.com/office/drawing/2014/main" id="{BCA54713-E6BD-C546-E6F0-6C6E5C762372}"/>
                </a:ext>
              </a:extLst>
            </p:cNvPr>
            <p:cNvSpPr/>
            <p:nvPr/>
          </p:nvSpPr>
          <p:spPr>
            <a:xfrm>
              <a:off x="3314227" y="3736257"/>
              <a:ext cx="842400" cy="841186"/>
            </a:xfrm>
            <a:prstGeom prst="flowChartConnector">
              <a:avLst/>
            </a:prstGeom>
            <a:gradFill flip="none" rotWithShape="1">
              <a:gsLst>
                <a:gs pos="71000">
                  <a:schemeClr val="bg1">
                    <a:lumMod val="85000"/>
                  </a:schemeClr>
                </a:gs>
                <a:gs pos="51000">
                  <a:schemeClr val="bg1">
                    <a:lumMod val="95000"/>
                  </a:schemeClr>
                </a:gs>
                <a:gs pos="0">
                  <a:schemeClr val="bg1">
                    <a:lumMod val="81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ffectLst>
              <a:outerShdw blurRad="127000" dist="38100" dir="2700000" algn="tl" rotWithShape="0">
                <a:prstClr val="black">
                  <a:alpha val="46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50" name="Graphic 49" descr="Universal access with solid fill">
              <a:extLst>
                <a:ext uri="{FF2B5EF4-FFF2-40B4-BE49-F238E27FC236}">
                  <a16:creationId xmlns:a16="http://schemas.microsoft.com/office/drawing/2014/main" id="{B12CE2B9-D24A-A422-0654-7692A735D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364842" y="3761790"/>
              <a:ext cx="719603" cy="719603"/>
            </a:xfrm>
            <a:prstGeom prst="rect">
              <a:avLst/>
            </a:prstGeom>
          </p:spPr>
        </p:pic>
      </p:grpSp>
      <p:pic>
        <p:nvPicPr>
          <p:cNvPr id="7" name="Picture 2" descr="Transport ">
            <a:extLst>
              <a:ext uri="{FF2B5EF4-FFF2-40B4-BE49-F238E27FC236}">
                <a16:creationId xmlns:a16="http://schemas.microsoft.com/office/drawing/2014/main" id="{254909BE-DADB-F164-5B37-E21273347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1730" y="2577234"/>
            <a:ext cx="929238" cy="929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3B71A52-CA44-4A18-EDE1-E1116DB444FC}"/>
              </a:ext>
            </a:extLst>
          </p:cNvPr>
          <p:cNvGrpSpPr/>
          <p:nvPr/>
        </p:nvGrpSpPr>
        <p:grpSpPr>
          <a:xfrm>
            <a:off x="3314227" y="2257129"/>
            <a:ext cx="842400" cy="841186"/>
            <a:chOff x="3314227" y="2257129"/>
            <a:chExt cx="842400" cy="841186"/>
          </a:xfrm>
        </p:grpSpPr>
        <p:sp>
          <p:nvSpPr>
            <p:cNvPr id="141" name="Flowchart: Connector 140">
              <a:extLst>
                <a:ext uri="{FF2B5EF4-FFF2-40B4-BE49-F238E27FC236}">
                  <a16:creationId xmlns:a16="http://schemas.microsoft.com/office/drawing/2014/main" id="{93F28CBB-67CC-B380-2542-BCFB99AE4ED2}"/>
                </a:ext>
              </a:extLst>
            </p:cNvPr>
            <p:cNvSpPr/>
            <p:nvPr/>
          </p:nvSpPr>
          <p:spPr>
            <a:xfrm>
              <a:off x="3314227" y="2257129"/>
              <a:ext cx="842400" cy="841186"/>
            </a:xfrm>
            <a:prstGeom prst="flowChartConnector">
              <a:avLst/>
            </a:prstGeom>
            <a:gradFill flip="none" rotWithShape="1">
              <a:gsLst>
                <a:gs pos="71000">
                  <a:schemeClr val="bg1">
                    <a:lumMod val="85000"/>
                  </a:schemeClr>
                </a:gs>
                <a:gs pos="51000">
                  <a:schemeClr val="bg1">
                    <a:lumMod val="95000"/>
                  </a:schemeClr>
                </a:gs>
                <a:gs pos="0">
                  <a:schemeClr val="bg1">
                    <a:lumMod val="81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ffectLst>
              <a:outerShdw blurRad="127000" dist="38100" dir="2700000" algn="tl" rotWithShape="0">
                <a:prstClr val="black">
                  <a:alpha val="46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8" name="Graphic 47" descr="Map with pin with solid fill">
              <a:extLst>
                <a:ext uri="{FF2B5EF4-FFF2-40B4-BE49-F238E27FC236}">
                  <a16:creationId xmlns:a16="http://schemas.microsoft.com/office/drawing/2014/main" id="{0ECF2950-13F1-E0FE-2501-0BD0BA51D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384210" y="2277265"/>
              <a:ext cx="719603" cy="719603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6FB7BE0-916D-187E-F473-4AAA423B8168}"/>
              </a:ext>
            </a:extLst>
          </p:cNvPr>
          <p:cNvGrpSpPr/>
          <p:nvPr/>
        </p:nvGrpSpPr>
        <p:grpSpPr>
          <a:xfrm>
            <a:off x="4340447" y="913691"/>
            <a:ext cx="842400" cy="841186"/>
            <a:chOff x="4340447" y="913691"/>
            <a:chExt cx="842400" cy="841186"/>
          </a:xfrm>
        </p:grpSpPr>
        <p:sp>
          <p:nvSpPr>
            <p:cNvPr id="134" name="Flowchart: Connector 133">
              <a:extLst>
                <a:ext uri="{FF2B5EF4-FFF2-40B4-BE49-F238E27FC236}">
                  <a16:creationId xmlns:a16="http://schemas.microsoft.com/office/drawing/2014/main" id="{DC566653-8317-C735-688F-95CBAD3FB600}"/>
                </a:ext>
              </a:extLst>
            </p:cNvPr>
            <p:cNvSpPr/>
            <p:nvPr/>
          </p:nvSpPr>
          <p:spPr>
            <a:xfrm>
              <a:off x="4340447" y="913691"/>
              <a:ext cx="842400" cy="841186"/>
            </a:xfrm>
            <a:prstGeom prst="flowChartConnector">
              <a:avLst/>
            </a:prstGeom>
            <a:gradFill flip="none" rotWithShape="1">
              <a:gsLst>
                <a:gs pos="71000">
                  <a:schemeClr val="bg1">
                    <a:lumMod val="85000"/>
                  </a:schemeClr>
                </a:gs>
                <a:gs pos="51000">
                  <a:schemeClr val="bg1">
                    <a:lumMod val="95000"/>
                  </a:schemeClr>
                </a:gs>
                <a:gs pos="0">
                  <a:schemeClr val="bg1">
                    <a:lumMod val="81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ffectLst>
              <a:outerShdw blurRad="127000" dist="38100" dir="2700000" algn="tl" rotWithShape="0">
                <a:prstClr val="black">
                  <a:alpha val="46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" name="Graphic 2" descr="Cloud Computing with solid fill">
              <a:extLst>
                <a:ext uri="{FF2B5EF4-FFF2-40B4-BE49-F238E27FC236}">
                  <a16:creationId xmlns:a16="http://schemas.microsoft.com/office/drawing/2014/main" id="{DD0A4069-7E67-5B0F-B332-3DDA8CC04F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452078" y="964092"/>
              <a:ext cx="685803" cy="685803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E570EF8-5C28-1FD6-022E-B419E04CA70E}"/>
              </a:ext>
            </a:extLst>
          </p:cNvPr>
          <p:cNvGrpSpPr/>
          <p:nvPr/>
        </p:nvGrpSpPr>
        <p:grpSpPr>
          <a:xfrm>
            <a:off x="8017856" y="3681258"/>
            <a:ext cx="914400" cy="914400"/>
            <a:chOff x="8017856" y="3681258"/>
            <a:chExt cx="914400" cy="914400"/>
          </a:xfrm>
        </p:grpSpPr>
        <p:sp>
          <p:nvSpPr>
            <p:cNvPr id="137" name="Flowchart: Connector 136">
              <a:extLst>
                <a:ext uri="{FF2B5EF4-FFF2-40B4-BE49-F238E27FC236}">
                  <a16:creationId xmlns:a16="http://schemas.microsoft.com/office/drawing/2014/main" id="{DC5DF6A2-D1D1-FDA9-077C-4EA643556A48}"/>
                </a:ext>
              </a:extLst>
            </p:cNvPr>
            <p:cNvSpPr/>
            <p:nvPr/>
          </p:nvSpPr>
          <p:spPr>
            <a:xfrm>
              <a:off x="8076051" y="3736257"/>
              <a:ext cx="842400" cy="841186"/>
            </a:xfrm>
            <a:prstGeom prst="flowChartConnector">
              <a:avLst/>
            </a:prstGeom>
            <a:gradFill flip="none" rotWithShape="1">
              <a:gsLst>
                <a:gs pos="71000">
                  <a:schemeClr val="bg1">
                    <a:lumMod val="85000"/>
                  </a:schemeClr>
                </a:gs>
                <a:gs pos="51000">
                  <a:schemeClr val="bg1">
                    <a:lumMod val="95000"/>
                  </a:schemeClr>
                </a:gs>
                <a:gs pos="0">
                  <a:schemeClr val="bg1">
                    <a:lumMod val="81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ffectLst>
              <a:outerShdw blurRad="127000" dist="38100" dir="2700000" algn="tl" rotWithShape="0">
                <a:prstClr val="black">
                  <a:alpha val="46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3" name="Graphic 12" descr="Arrow circle with solid fill">
              <a:extLst>
                <a:ext uri="{FF2B5EF4-FFF2-40B4-BE49-F238E27FC236}">
                  <a16:creationId xmlns:a16="http://schemas.microsoft.com/office/drawing/2014/main" id="{63F6A99B-4FB6-137C-81AE-CBA55A9E7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017856" y="3681258"/>
              <a:ext cx="914400" cy="914400"/>
            </a:xfrm>
            <a:prstGeom prst="rect">
              <a:avLst/>
            </a:prstGeom>
          </p:spPr>
        </p:pic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F17D761F-1890-BF4D-50C3-475A69EAB2C6}"/>
              </a:ext>
            </a:extLst>
          </p:cNvPr>
          <p:cNvGrpSpPr/>
          <p:nvPr/>
        </p:nvGrpSpPr>
        <p:grpSpPr>
          <a:xfrm>
            <a:off x="8072801" y="2252269"/>
            <a:ext cx="842400" cy="841186"/>
            <a:chOff x="8072801" y="2252269"/>
            <a:chExt cx="842400" cy="841186"/>
          </a:xfrm>
        </p:grpSpPr>
        <p:sp>
          <p:nvSpPr>
            <p:cNvPr id="136" name="Flowchart: Connector 135">
              <a:extLst>
                <a:ext uri="{FF2B5EF4-FFF2-40B4-BE49-F238E27FC236}">
                  <a16:creationId xmlns:a16="http://schemas.microsoft.com/office/drawing/2014/main" id="{1D6DCDCB-7B5A-2452-DE16-533F14424049}"/>
                </a:ext>
              </a:extLst>
            </p:cNvPr>
            <p:cNvSpPr/>
            <p:nvPr/>
          </p:nvSpPr>
          <p:spPr>
            <a:xfrm>
              <a:off x="8072801" y="2252269"/>
              <a:ext cx="842400" cy="841186"/>
            </a:xfrm>
            <a:prstGeom prst="flowChartConnector">
              <a:avLst/>
            </a:prstGeom>
            <a:gradFill flip="none" rotWithShape="1">
              <a:gsLst>
                <a:gs pos="71000">
                  <a:schemeClr val="bg1">
                    <a:lumMod val="85000"/>
                  </a:schemeClr>
                </a:gs>
                <a:gs pos="51000">
                  <a:schemeClr val="bg1">
                    <a:lumMod val="95000"/>
                  </a:schemeClr>
                </a:gs>
                <a:gs pos="0">
                  <a:schemeClr val="bg1">
                    <a:lumMod val="81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ffectLst>
              <a:outerShdw blurRad="127000" dist="38100" dir="2700000" algn="tl" rotWithShape="0">
                <a:prstClr val="black">
                  <a:alpha val="46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D6B30630-38D9-F726-2260-04F62BB3B46E}"/>
                </a:ext>
              </a:extLst>
            </p:cNvPr>
            <p:cNvSpPr/>
            <p:nvPr/>
          </p:nvSpPr>
          <p:spPr>
            <a:xfrm>
              <a:off x="8165978" y="2372153"/>
              <a:ext cx="633231" cy="601417"/>
            </a:xfrm>
            <a:custGeom>
              <a:avLst/>
              <a:gdLst>
                <a:gd name="connsiteX0" fmla="*/ 361950 w 723900"/>
                <a:gd name="connsiteY0" fmla="*/ 0 h 723900"/>
                <a:gd name="connsiteX1" fmla="*/ 0 w 723900"/>
                <a:gd name="connsiteY1" fmla="*/ 361950 h 723900"/>
                <a:gd name="connsiteX2" fmla="*/ 361950 w 723900"/>
                <a:gd name="connsiteY2" fmla="*/ 723900 h 723900"/>
                <a:gd name="connsiteX3" fmla="*/ 723900 w 723900"/>
                <a:gd name="connsiteY3" fmla="*/ 361950 h 723900"/>
                <a:gd name="connsiteX4" fmla="*/ 361950 w 723900"/>
                <a:gd name="connsiteY4" fmla="*/ 0 h 723900"/>
                <a:gd name="connsiteX5" fmla="*/ 361950 w 723900"/>
                <a:gd name="connsiteY5" fmla="*/ 685800 h 723900"/>
                <a:gd name="connsiteX6" fmla="*/ 38100 w 723900"/>
                <a:gd name="connsiteY6" fmla="*/ 361950 h 723900"/>
                <a:gd name="connsiteX7" fmla="*/ 361950 w 723900"/>
                <a:gd name="connsiteY7" fmla="*/ 38100 h 723900"/>
                <a:gd name="connsiteX8" fmla="*/ 492443 w 723900"/>
                <a:gd name="connsiteY8" fmla="*/ 65723 h 723900"/>
                <a:gd name="connsiteX9" fmla="*/ 461963 w 723900"/>
                <a:gd name="connsiteY9" fmla="*/ 90488 h 723900"/>
                <a:gd name="connsiteX10" fmla="*/ 449580 w 723900"/>
                <a:gd name="connsiteY10" fmla="*/ 95250 h 723900"/>
                <a:gd name="connsiteX11" fmla="*/ 431483 w 723900"/>
                <a:gd name="connsiteY11" fmla="*/ 95250 h 723900"/>
                <a:gd name="connsiteX12" fmla="*/ 424815 w 723900"/>
                <a:gd name="connsiteY12" fmla="*/ 94298 h 723900"/>
                <a:gd name="connsiteX13" fmla="*/ 351473 w 723900"/>
                <a:gd name="connsiteY13" fmla="*/ 66675 h 723900"/>
                <a:gd name="connsiteX14" fmla="*/ 265748 w 723900"/>
                <a:gd name="connsiteY14" fmla="*/ 95250 h 723900"/>
                <a:gd name="connsiteX15" fmla="*/ 274320 w 723900"/>
                <a:gd name="connsiteY15" fmla="*/ 123825 h 723900"/>
                <a:gd name="connsiteX16" fmla="*/ 276225 w 723900"/>
                <a:gd name="connsiteY16" fmla="*/ 123825 h 723900"/>
                <a:gd name="connsiteX17" fmla="*/ 302895 w 723900"/>
                <a:gd name="connsiteY17" fmla="*/ 123825 h 723900"/>
                <a:gd name="connsiteX18" fmla="*/ 319088 w 723900"/>
                <a:gd name="connsiteY18" fmla="*/ 115253 h 723900"/>
                <a:gd name="connsiteX19" fmla="*/ 329565 w 723900"/>
                <a:gd name="connsiteY19" fmla="*/ 99060 h 723900"/>
                <a:gd name="connsiteX20" fmla="*/ 337185 w 723900"/>
                <a:gd name="connsiteY20" fmla="*/ 95250 h 723900"/>
                <a:gd name="connsiteX21" fmla="*/ 352425 w 723900"/>
                <a:gd name="connsiteY21" fmla="*/ 95250 h 723900"/>
                <a:gd name="connsiteX22" fmla="*/ 332423 w 723900"/>
                <a:gd name="connsiteY22" fmla="*/ 128588 h 723900"/>
                <a:gd name="connsiteX23" fmla="*/ 307658 w 723900"/>
                <a:gd name="connsiteY23" fmla="*/ 142875 h 723900"/>
                <a:gd name="connsiteX24" fmla="*/ 281940 w 723900"/>
                <a:gd name="connsiteY24" fmla="*/ 142875 h 723900"/>
                <a:gd name="connsiteX25" fmla="*/ 271463 w 723900"/>
                <a:gd name="connsiteY25" fmla="*/ 145733 h 723900"/>
                <a:gd name="connsiteX26" fmla="*/ 247650 w 723900"/>
                <a:gd name="connsiteY26" fmla="*/ 161925 h 723900"/>
                <a:gd name="connsiteX27" fmla="*/ 228600 w 723900"/>
                <a:gd name="connsiteY27" fmla="*/ 161925 h 723900"/>
                <a:gd name="connsiteX28" fmla="*/ 219075 w 723900"/>
                <a:gd name="connsiteY28" fmla="*/ 171450 h 723900"/>
                <a:gd name="connsiteX29" fmla="*/ 219075 w 723900"/>
                <a:gd name="connsiteY29" fmla="*/ 180975 h 723900"/>
                <a:gd name="connsiteX30" fmla="*/ 209550 w 723900"/>
                <a:gd name="connsiteY30" fmla="*/ 190500 h 723900"/>
                <a:gd name="connsiteX31" fmla="*/ 200978 w 723900"/>
                <a:gd name="connsiteY31" fmla="*/ 190500 h 723900"/>
                <a:gd name="connsiteX32" fmla="*/ 184785 w 723900"/>
                <a:gd name="connsiteY32" fmla="*/ 199073 h 723900"/>
                <a:gd name="connsiteX33" fmla="*/ 173355 w 723900"/>
                <a:gd name="connsiteY33" fmla="*/ 217170 h 723900"/>
                <a:gd name="connsiteX34" fmla="*/ 171450 w 723900"/>
                <a:gd name="connsiteY34" fmla="*/ 222885 h 723900"/>
                <a:gd name="connsiteX35" fmla="*/ 171450 w 723900"/>
                <a:gd name="connsiteY35" fmla="*/ 228600 h 723900"/>
                <a:gd name="connsiteX36" fmla="*/ 180975 w 723900"/>
                <a:gd name="connsiteY36" fmla="*/ 238125 h 723900"/>
                <a:gd name="connsiteX37" fmla="*/ 215265 w 723900"/>
                <a:gd name="connsiteY37" fmla="*/ 238125 h 723900"/>
                <a:gd name="connsiteX38" fmla="*/ 221933 w 723900"/>
                <a:gd name="connsiteY38" fmla="*/ 235268 h 723900"/>
                <a:gd name="connsiteX39" fmla="*/ 251460 w 723900"/>
                <a:gd name="connsiteY39" fmla="*/ 205740 h 723900"/>
                <a:gd name="connsiteX40" fmla="*/ 264795 w 723900"/>
                <a:gd name="connsiteY40" fmla="*/ 200025 h 723900"/>
                <a:gd name="connsiteX41" fmla="*/ 268605 w 723900"/>
                <a:gd name="connsiteY41" fmla="*/ 200025 h 723900"/>
                <a:gd name="connsiteX42" fmla="*/ 278130 w 723900"/>
                <a:gd name="connsiteY42" fmla="*/ 207645 h 723900"/>
                <a:gd name="connsiteX43" fmla="*/ 283845 w 723900"/>
                <a:gd name="connsiteY43" fmla="*/ 231458 h 723900"/>
                <a:gd name="connsiteX44" fmla="*/ 293370 w 723900"/>
                <a:gd name="connsiteY44" fmla="*/ 239077 h 723900"/>
                <a:gd name="connsiteX45" fmla="*/ 295275 w 723900"/>
                <a:gd name="connsiteY45" fmla="*/ 239077 h 723900"/>
                <a:gd name="connsiteX46" fmla="*/ 304800 w 723900"/>
                <a:gd name="connsiteY46" fmla="*/ 229552 h 723900"/>
                <a:gd name="connsiteX47" fmla="*/ 304800 w 723900"/>
                <a:gd name="connsiteY47" fmla="*/ 204788 h 723900"/>
                <a:gd name="connsiteX48" fmla="*/ 307658 w 723900"/>
                <a:gd name="connsiteY48" fmla="*/ 198120 h 723900"/>
                <a:gd name="connsiteX49" fmla="*/ 314325 w 723900"/>
                <a:gd name="connsiteY49" fmla="*/ 190500 h 723900"/>
                <a:gd name="connsiteX50" fmla="*/ 321945 w 723900"/>
                <a:gd name="connsiteY50" fmla="*/ 212408 h 723900"/>
                <a:gd name="connsiteX51" fmla="*/ 330518 w 723900"/>
                <a:gd name="connsiteY51" fmla="*/ 219075 h 723900"/>
                <a:gd name="connsiteX52" fmla="*/ 339090 w 723900"/>
                <a:gd name="connsiteY52" fmla="*/ 219075 h 723900"/>
                <a:gd name="connsiteX53" fmla="*/ 345758 w 723900"/>
                <a:gd name="connsiteY53" fmla="*/ 216218 h 723900"/>
                <a:gd name="connsiteX54" fmla="*/ 349568 w 723900"/>
                <a:gd name="connsiteY54" fmla="*/ 212408 h 723900"/>
                <a:gd name="connsiteX55" fmla="*/ 356235 w 723900"/>
                <a:gd name="connsiteY55" fmla="*/ 209550 h 723900"/>
                <a:gd name="connsiteX56" fmla="*/ 361950 w 723900"/>
                <a:gd name="connsiteY56" fmla="*/ 209550 h 723900"/>
                <a:gd name="connsiteX57" fmla="*/ 371475 w 723900"/>
                <a:gd name="connsiteY57" fmla="*/ 219075 h 723900"/>
                <a:gd name="connsiteX58" fmla="*/ 371475 w 723900"/>
                <a:gd name="connsiteY58" fmla="*/ 228600 h 723900"/>
                <a:gd name="connsiteX59" fmla="*/ 381000 w 723900"/>
                <a:gd name="connsiteY59" fmla="*/ 238125 h 723900"/>
                <a:gd name="connsiteX60" fmla="*/ 415290 w 723900"/>
                <a:gd name="connsiteY60" fmla="*/ 238125 h 723900"/>
                <a:gd name="connsiteX61" fmla="*/ 423863 w 723900"/>
                <a:gd name="connsiteY61" fmla="*/ 250508 h 723900"/>
                <a:gd name="connsiteX62" fmla="*/ 421005 w 723900"/>
                <a:gd name="connsiteY62" fmla="*/ 259080 h 723900"/>
                <a:gd name="connsiteX63" fmla="*/ 410528 w 723900"/>
                <a:gd name="connsiteY63" fmla="*/ 265748 h 723900"/>
                <a:gd name="connsiteX64" fmla="*/ 364808 w 723900"/>
                <a:gd name="connsiteY64" fmla="*/ 258127 h 723900"/>
                <a:gd name="connsiteX65" fmla="*/ 358140 w 723900"/>
                <a:gd name="connsiteY65" fmla="*/ 258127 h 723900"/>
                <a:gd name="connsiteX66" fmla="*/ 319088 w 723900"/>
                <a:gd name="connsiteY66" fmla="*/ 265748 h 723900"/>
                <a:gd name="connsiteX67" fmla="*/ 308610 w 723900"/>
                <a:gd name="connsiteY67" fmla="*/ 264795 h 723900"/>
                <a:gd name="connsiteX68" fmla="*/ 247650 w 723900"/>
                <a:gd name="connsiteY68" fmla="*/ 247650 h 723900"/>
                <a:gd name="connsiteX69" fmla="*/ 133350 w 723900"/>
                <a:gd name="connsiteY69" fmla="*/ 352425 h 723900"/>
                <a:gd name="connsiteX70" fmla="*/ 190500 w 723900"/>
                <a:gd name="connsiteY70" fmla="*/ 419100 h 723900"/>
                <a:gd name="connsiteX71" fmla="*/ 285750 w 723900"/>
                <a:gd name="connsiteY71" fmla="*/ 495300 h 723900"/>
                <a:gd name="connsiteX72" fmla="*/ 285750 w 723900"/>
                <a:gd name="connsiteY72" fmla="*/ 554355 h 723900"/>
                <a:gd name="connsiteX73" fmla="*/ 297180 w 723900"/>
                <a:gd name="connsiteY73" fmla="*/ 584835 h 723900"/>
                <a:gd name="connsiteX74" fmla="*/ 324803 w 723900"/>
                <a:gd name="connsiteY74" fmla="*/ 618173 h 723900"/>
                <a:gd name="connsiteX75" fmla="*/ 346710 w 723900"/>
                <a:gd name="connsiteY75" fmla="*/ 628650 h 723900"/>
                <a:gd name="connsiteX76" fmla="*/ 369570 w 723900"/>
                <a:gd name="connsiteY76" fmla="*/ 628650 h 723900"/>
                <a:gd name="connsiteX77" fmla="*/ 389573 w 723900"/>
                <a:gd name="connsiteY77" fmla="*/ 620078 h 723900"/>
                <a:gd name="connsiteX78" fmla="*/ 412433 w 723900"/>
                <a:gd name="connsiteY78" fmla="*/ 597218 h 723900"/>
                <a:gd name="connsiteX79" fmla="*/ 422910 w 723900"/>
                <a:gd name="connsiteY79" fmla="*/ 581978 h 723900"/>
                <a:gd name="connsiteX80" fmla="*/ 441960 w 723900"/>
                <a:gd name="connsiteY80" fmla="*/ 542925 h 723900"/>
                <a:gd name="connsiteX81" fmla="*/ 446723 w 723900"/>
                <a:gd name="connsiteY81" fmla="*/ 521970 h 723900"/>
                <a:gd name="connsiteX82" fmla="*/ 446723 w 723900"/>
                <a:gd name="connsiteY82" fmla="*/ 478155 h 723900"/>
                <a:gd name="connsiteX83" fmla="*/ 455295 w 723900"/>
                <a:gd name="connsiteY83" fmla="*/ 458153 h 723900"/>
                <a:gd name="connsiteX84" fmla="*/ 505778 w 723900"/>
                <a:gd name="connsiteY84" fmla="*/ 407670 h 723900"/>
                <a:gd name="connsiteX85" fmla="*/ 504825 w 723900"/>
                <a:gd name="connsiteY85" fmla="*/ 393383 h 723900"/>
                <a:gd name="connsiteX86" fmla="*/ 416243 w 723900"/>
                <a:gd name="connsiteY86" fmla="*/ 300038 h 723900"/>
                <a:gd name="connsiteX87" fmla="*/ 424815 w 723900"/>
                <a:gd name="connsiteY87" fmla="*/ 285750 h 723900"/>
                <a:gd name="connsiteX88" fmla="*/ 428625 w 723900"/>
                <a:gd name="connsiteY88" fmla="*/ 285750 h 723900"/>
                <a:gd name="connsiteX89" fmla="*/ 482918 w 723900"/>
                <a:gd name="connsiteY89" fmla="*/ 356235 h 723900"/>
                <a:gd name="connsiteX90" fmla="*/ 510540 w 723900"/>
                <a:gd name="connsiteY90" fmla="*/ 359093 h 723900"/>
                <a:gd name="connsiteX91" fmla="*/ 541973 w 723900"/>
                <a:gd name="connsiteY91" fmla="*/ 332423 h 723900"/>
                <a:gd name="connsiteX92" fmla="*/ 541020 w 723900"/>
                <a:gd name="connsiteY92" fmla="*/ 317183 h 723900"/>
                <a:gd name="connsiteX93" fmla="*/ 512445 w 723900"/>
                <a:gd name="connsiteY93" fmla="*/ 300038 h 723900"/>
                <a:gd name="connsiteX94" fmla="*/ 508635 w 723900"/>
                <a:gd name="connsiteY94" fmla="*/ 287655 h 723900"/>
                <a:gd name="connsiteX95" fmla="*/ 509588 w 723900"/>
                <a:gd name="connsiteY95" fmla="*/ 285750 h 723900"/>
                <a:gd name="connsiteX96" fmla="*/ 522923 w 723900"/>
                <a:gd name="connsiteY96" fmla="*/ 281940 h 723900"/>
                <a:gd name="connsiteX97" fmla="*/ 557213 w 723900"/>
                <a:gd name="connsiteY97" fmla="*/ 302895 h 723900"/>
                <a:gd name="connsiteX98" fmla="*/ 566738 w 723900"/>
                <a:gd name="connsiteY98" fmla="*/ 305753 h 723900"/>
                <a:gd name="connsiteX99" fmla="*/ 577215 w 723900"/>
                <a:gd name="connsiteY99" fmla="*/ 305753 h 723900"/>
                <a:gd name="connsiteX100" fmla="*/ 594360 w 723900"/>
                <a:gd name="connsiteY100" fmla="*/ 317183 h 723900"/>
                <a:gd name="connsiteX101" fmla="*/ 621983 w 723900"/>
                <a:gd name="connsiteY101" fmla="*/ 380048 h 723900"/>
                <a:gd name="connsiteX102" fmla="*/ 639128 w 723900"/>
                <a:gd name="connsiteY102" fmla="*/ 391478 h 723900"/>
                <a:gd name="connsiteX103" fmla="*/ 639128 w 723900"/>
                <a:gd name="connsiteY103" fmla="*/ 391478 h 723900"/>
                <a:gd name="connsiteX104" fmla="*/ 655320 w 723900"/>
                <a:gd name="connsiteY104" fmla="*/ 375285 h 723900"/>
                <a:gd name="connsiteX105" fmla="*/ 655320 w 723900"/>
                <a:gd name="connsiteY105" fmla="*/ 348615 h 723900"/>
                <a:gd name="connsiteX106" fmla="*/ 659130 w 723900"/>
                <a:gd name="connsiteY106" fmla="*/ 340995 h 723900"/>
                <a:gd name="connsiteX107" fmla="*/ 681038 w 723900"/>
                <a:gd name="connsiteY107" fmla="*/ 323850 h 723900"/>
                <a:gd name="connsiteX108" fmla="*/ 683895 w 723900"/>
                <a:gd name="connsiteY108" fmla="*/ 362903 h 723900"/>
                <a:gd name="connsiteX109" fmla="*/ 361950 w 723900"/>
                <a:gd name="connsiteY109" fmla="*/ 68580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723900" h="723900">
                  <a:moveTo>
                    <a:pt x="361950" y="0"/>
                  </a:moveTo>
                  <a:cubicBezTo>
                    <a:pt x="161925" y="0"/>
                    <a:pt x="0" y="161925"/>
                    <a:pt x="0" y="361950"/>
                  </a:cubicBezTo>
                  <a:cubicBezTo>
                    <a:pt x="0" y="561975"/>
                    <a:pt x="161925" y="723900"/>
                    <a:pt x="361950" y="723900"/>
                  </a:cubicBezTo>
                  <a:cubicBezTo>
                    <a:pt x="561975" y="723900"/>
                    <a:pt x="723900" y="561975"/>
                    <a:pt x="723900" y="361950"/>
                  </a:cubicBezTo>
                  <a:cubicBezTo>
                    <a:pt x="723900" y="161925"/>
                    <a:pt x="561975" y="0"/>
                    <a:pt x="361950" y="0"/>
                  </a:cubicBezTo>
                  <a:close/>
                  <a:moveTo>
                    <a:pt x="361950" y="685800"/>
                  </a:moveTo>
                  <a:cubicBezTo>
                    <a:pt x="183833" y="685800"/>
                    <a:pt x="38100" y="540068"/>
                    <a:pt x="38100" y="361950"/>
                  </a:cubicBezTo>
                  <a:cubicBezTo>
                    <a:pt x="38100" y="183833"/>
                    <a:pt x="183833" y="38100"/>
                    <a:pt x="361950" y="38100"/>
                  </a:cubicBezTo>
                  <a:cubicBezTo>
                    <a:pt x="408623" y="38100"/>
                    <a:pt x="452438" y="47625"/>
                    <a:pt x="492443" y="65723"/>
                  </a:cubicBezTo>
                  <a:lnTo>
                    <a:pt x="461963" y="90488"/>
                  </a:lnTo>
                  <a:cubicBezTo>
                    <a:pt x="458153" y="93345"/>
                    <a:pt x="454343" y="95250"/>
                    <a:pt x="449580" y="95250"/>
                  </a:cubicBezTo>
                  <a:lnTo>
                    <a:pt x="431483" y="95250"/>
                  </a:lnTo>
                  <a:cubicBezTo>
                    <a:pt x="429578" y="95250"/>
                    <a:pt x="426720" y="95250"/>
                    <a:pt x="424815" y="94298"/>
                  </a:cubicBezTo>
                  <a:cubicBezTo>
                    <a:pt x="424815" y="94298"/>
                    <a:pt x="378143" y="66675"/>
                    <a:pt x="351473" y="66675"/>
                  </a:cubicBezTo>
                  <a:cubicBezTo>
                    <a:pt x="325755" y="66675"/>
                    <a:pt x="283845" y="82868"/>
                    <a:pt x="265748" y="95250"/>
                  </a:cubicBezTo>
                  <a:cubicBezTo>
                    <a:pt x="238125" y="113348"/>
                    <a:pt x="267653" y="121920"/>
                    <a:pt x="274320" y="123825"/>
                  </a:cubicBezTo>
                  <a:cubicBezTo>
                    <a:pt x="275273" y="123825"/>
                    <a:pt x="276225" y="123825"/>
                    <a:pt x="276225" y="123825"/>
                  </a:cubicBezTo>
                  <a:lnTo>
                    <a:pt x="302895" y="123825"/>
                  </a:lnTo>
                  <a:cubicBezTo>
                    <a:pt x="309563" y="123825"/>
                    <a:pt x="315278" y="120968"/>
                    <a:pt x="319088" y="115253"/>
                  </a:cubicBezTo>
                  <a:lnTo>
                    <a:pt x="329565" y="99060"/>
                  </a:lnTo>
                  <a:cubicBezTo>
                    <a:pt x="331470" y="96203"/>
                    <a:pt x="334328" y="95250"/>
                    <a:pt x="337185" y="95250"/>
                  </a:cubicBezTo>
                  <a:lnTo>
                    <a:pt x="352425" y="95250"/>
                  </a:lnTo>
                  <a:lnTo>
                    <a:pt x="332423" y="128588"/>
                  </a:lnTo>
                  <a:cubicBezTo>
                    <a:pt x="327660" y="137160"/>
                    <a:pt x="318135" y="142875"/>
                    <a:pt x="307658" y="142875"/>
                  </a:cubicBezTo>
                  <a:lnTo>
                    <a:pt x="281940" y="142875"/>
                  </a:lnTo>
                  <a:cubicBezTo>
                    <a:pt x="278130" y="142875"/>
                    <a:pt x="274320" y="143828"/>
                    <a:pt x="271463" y="145733"/>
                  </a:cubicBezTo>
                  <a:lnTo>
                    <a:pt x="247650" y="161925"/>
                  </a:lnTo>
                  <a:lnTo>
                    <a:pt x="228600" y="161925"/>
                  </a:lnTo>
                  <a:cubicBezTo>
                    <a:pt x="222885" y="161925"/>
                    <a:pt x="219075" y="165735"/>
                    <a:pt x="219075" y="171450"/>
                  </a:cubicBezTo>
                  <a:lnTo>
                    <a:pt x="219075" y="180975"/>
                  </a:lnTo>
                  <a:cubicBezTo>
                    <a:pt x="219075" y="186690"/>
                    <a:pt x="215265" y="190500"/>
                    <a:pt x="209550" y="190500"/>
                  </a:cubicBezTo>
                  <a:lnTo>
                    <a:pt x="200978" y="190500"/>
                  </a:lnTo>
                  <a:cubicBezTo>
                    <a:pt x="194310" y="190500"/>
                    <a:pt x="188595" y="193358"/>
                    <a:pt x="184785" y="199073"/>
                  </a:cubicBezTo>
                  <a:lnTo>
                    <a:pt x="173355" y="217170"/>
                  </a:lnTo>
                  <a:cubicBezTo>
                    <a:pt x="172403" y="219075"/>
                    <a:pt x="171450" y="220980"/>
                    <a:pt x="171450" y="222885"/>
                  </a:cubicBezTo>
                  <a:lnTo>
                    <a:pt x="171450" y="228600"/>
                  </a:lnTo>
                  <a:cubicBezTo>
                    <a:pt x="171450" y="234315"/>
                    <a:pt x="175260" y="238125"/>
                    <a:pt x="180975" y="238125"/>
                  </a:cubicBezTo>
                  <a:lnTo>
                    <a:pt x="215265" y="238125"/>
                  </a:lnTo>
                  <a:cubicBezTo>
                    <a:pt x="218123" y="238125"/>
                    <a:pt x="220027" y="237173"/>
                    <a:pt x="221933" y="235268"/>
                  </a:cubicBezTo>
                  <a:lnTo>
                    <a:pt x="251460" y="205740"/>
                  </a:lnTo>
                  <a:cubicBezTo>
                    <a:pt x="255270" y="201930"/>
                    <a:pt x="260033" y="200025"/>
                    <a:pt x="264795" y="200025"/>
                  </a:cubicBezTo>
                  <a:lnTo>
                    <a:pt x="268605" y="200025"/>
                  </a:lnTo>
                  <a:cubicBezTo>
                    <a:pt x="273368" y="200025"/>
                    <a:pt x="277178" y="202883"/>
                    <a:pt x="278130" y="207645"/>
                  </a:cubicBezTo>
                  <a:lnTo>
                    <a:pt x="283845" y="231458"/>
                  </a:lnTo>
                  <a:cubicBezTo>
                    <a:pt x="284798" y="235268"/>
                    <a:pt x="288608" y="239077"/>
                    <a:pt x="293370" y="239077"/>
                  </a:cubicBezTo>
                  <a:lnTo>
                    <a:pt x="295275" y="239077"/>
                  </a:lnTo>
                  <a:cubicBezTo>
                    <a:pt x="300990" y="239077"/>
                    <a:pt x="304800" y="235268"/>
                    <a:pt x="304800" y="229552"/>
                  </a:cubicBezTo>
                  <a:lnTo>
                    <a:pt x="304800" y="204788"/>
                  </a:lnTo>
                  <a:cubicBezTo>
                    <a:pt x="304800" y="201930"/>
                    <a:pt x="305753" y="200025"/>
                    <a:pt x="307658" y="198120"/>
                  </a:cubicBezTo>
                  <a:lnTo>
                    <a:pt x="314325" y="190500"/>
                  </a:lnTo>
                  <a:lnTo>
                    <a:pt x="321945" y="212408"/>
                  </a:lnTo>
                  <a:cubicBezTo>
                    <a:pt x="322898" y="216218"/>
                    <a:pt x="326708" y="219075"/>
                    <a:pt x="330518" y="219075"/>
                  </a:cubicBezTo>
                  <a:lnTo>
                    <a:pt x="339090" y="219075"/>
                  </a:lnTo>
                  <a:cubicBezTo>
                    <a:pt x="341948" y="219075"/>
                    <a:pt x="343853" y="218123"/>
                    <a:pt x="345758" y="216218"/>
                  </a:cubicBezTo>
                  <a:lnTo>
                    <a:pt x="349568" y="212408"/>
                  </a:lnTo>
                  <a:cubicBezTo>
                    <a:pt x="351473" y="210502"/>
                    <a:pt x="353378" y="209550"/>
                    <a:pt x="356235" y="209550"/>
                  </a:cubicBezTo>
                  <a:lnTo>
                    <a:pt x="361950" y="209550"/>
                  </a:lnTo>
                  <a:cubicBezTo>
                    <a:pt x="367665" y="209550"/>
                    <a:pt x="371475" y="213360"/>
                    <a:pt x="371475" y="219075"/>
                  </a:cubicBezTo>
                  <a:lnTo>
                    <a:pt x="371475" y="228600"/>
                  </a:lnTo>
                  <a:cubicBezTo>
                    <a:pt x="371475" y="234315"/>
                    <a:pt x="375285" y="238125"/>
                    <a:pt x="381000" y="238125"/>
                  </a:cubicBezTo>
                  <a:lnTo>
                    <a:pt x="415290" y="238125"/>
                  </a:lnTo>
                  <a:cubicBezTo>
                    <a:pt x="421958" y="238125"/>
                    <a:pt x="426720" y="244793"/>
                    <a:pt x="423863" y="250508"/>
                  </a:cubicBezTo>
                  <a:lnTo>
                    <a:pt x="421005" y="259080"/>
                  </a:lnTo>
                  <a:cubicBezTo>
                    <a:pt x="419100" y="263843"/>
                    <a:pt x="415290" y="266700"/>
                    <a:pt x="410528" y="265748"/>
                  </a:cubicBezTo>
                  <a:lnTo>
                    <a:pt x="364808" y="258127"/>
                  </a:lnTo>
                  <a:cubicBezTo>
                    <a:pt x="362903" y="258127"/>
                    <a:pt x="360045" y="258127"/>
                    <a:pt x="358140" y="258127"/>
                  </a:cubicBezTo>
                  <a:lnTo>
                    <a:pt x="319088" y="265748"/>
                  </a:lnTo>
                  <a:cubicBezTo>
                    <a:pt x="315278" y="266700"/>
                    <a:pt x="312420" y="265748"/>
                    <a:pt x="308610" y="264795"/>
                  </a:cubicBezTo>
                  <a:cubicBezTo>
                    <a:pt x="296228" y="260033"/>
                    <a:pt x="261938" y="247650"/>
                    <a:pt x="247650" y="247650"/>
                  </a:cubicBezTo>
                  <a:cubicBezTo>
                    <a:pt x="134303" y="247650"/>
                    <a:pt x="133350" y="323850"/>
                    <a:pt x="133350" y="352425"/>
                  </a:cubicBezTo>
                  <a:cubicBezTo>
                    <a:pt x="133350" y="390525"/>
                    <a:pt x="155258" y="419100"/>
                    <a:pt x="190500" y="419100"/>
                  </a:cubicBezTo>
                  <a:cubicBezTo>
                    <a:pt x="232410" y="419100"/>
                    <a:pt x="285750" y="417195"/>
                    <a:pt x="285750" y="495300"/>
                  </a:cubicBezTo>
                  <a:lnTo>
                    <a:pt x="285750" y="554355"/>
                  </a:lnTo>
                  <a:cubicBezTo>
                    <a:pt x="285750" y="565785"/>
                    <a:pt x="289560" y="576263"/>
                    <a:pt x="297180" y="584835"/>
                  </a:cubicBezTo>
                  <a:lnTo>
                    <a:pt x="324803" y="618173"/>
                  </a:lnTo>
                  <a:cubicBezTo>
                    <a:pt x="330518" y="624840"/>
                    <a:pt x="338138" y="628650"/>
                    <a:pt x="346710" y="628650"/>
                  </a:cubicBezTo>
                  <a:lnTo>
                    <a:pt x="369570" y="628650"/>
                  </a:lnTo>
                  <a:cubicBezTo>
                    <a:pt x="377190" y="628650"/>
                    <a:pt x="384810" y="625793"/>
                    <a:pt x="389573" y="620078"/>
                  </a:cubicBezTo>
                  <a:lnTo>
                    <a:pt x="412433" y="597218"/>
                  </a:lnTo>
                  <a:cubicBezTo>
                    <a:pt x="417195" y="592455"/>
                    <a:pt x="420053" y="587693"/>
                    <a:pt x="422910" y="581978"/>
                  </a:cubicBezTo>
                  <a:lnTo>
                    <a:pt x="441960" y="542925"/>
                  </a:lnTo>
                  <a:cubicBezTo>
                    <a:pt x="444818" y="536258"/>
                    <a:pt x="446723" y="528638"/>
                    <a:pt x="446723" y="521970"/>
                  </a:cubicBezTo>
                  <a:lnTo>
                    <a:pt x="446723" y="478155"/>
                  </a:lnTo>
                  <a:cubicBezTo>
                    <a:pt x="446723" y="470535"/>
                    <a:pt x="449580" y="462915"/>
                    <a:pt x="455295" y="458153"/>
                  </a:cubicBezTo>
                  <a:lnTo>
                    <a:pt x="505778" y="407670"/>
                  </a:lnTo>
                  <a:cubicBezTo>
                    <a:pt x="509588" y="403860"/>
                    <a:pt x="509588" y="396240"/>
                    <a:pt x="504825" y="393383"/>
                  </a:cubicBezTo>
                  <a:cubicBezTo>
                    <a:pt x="504825" y="393383"/>
                    <a:pt x="447675" y="360998"/>
                    <a:pt x="416243" y="300038"/>
                  </a:cubicBezTo>
                  <a:cubicBezTo>
                    <a:pt x="413385" y="293370"/>
                    <a:pt x="417195" y="285750"/>
                    <a:pt x="424815" y="285750"/>
                  </a:cubicBezTo>
                  <a:lnTo>
                    <a:pt x="428625" y="285750"/>
                  </a:lnTo>
                  <a:lnTo>
                    <a:pt x="482918" y="356235"/>
                  </a:lnTo>
                  <a:cubicBezTo>
                    <a:pt x="489585" y="364808"/>
                    <a:pt x="501968" y="365760"/>
                    <a:pt x="510540" y="359093"/>
                  </a:cubicBezTo>
                  <a:lnTo>
                    <a:pt x="541973" y="332423"/>
                  </a:lnTo>
                  <a:cubicBezTo>
                    <a:pt x="546735" y="328613"/>
                    <a:pt x="546735" y="320040"/>
                    <a:pt x="541020" y="317183"/>
                  </a:cubicBezTo>
                  <a:lnTo>
                    <a:pt x="512445" y="300038"/>
                  </a:lnTo>
                  <a:cubicBezTo>
                    <a:pt x="508635" y="297180"/>
                    <a:pt x="506730" y="292418"/>
                    <a:pt x="508635" y="287655"/>
                  </a:cubicBezTo>
                  <a:lnTo>
                    <a:pt x="509588" y="285750"/>
                  </a:lnTo>
                  <a:cubicBezTo>
                    <a:pt x="512445" y="280988"/>
                    <a:pt x="518160" y="279083"/>
                    <a:pt x="522923" y="281940"/>
                  </a:cubicBezTo>
                  <a:lnTo>
                    <a:pt x="557213" y="302895"/>
                  </a:lnTo>
                  <a:cubicBezTo>
                    <a:pt x="560070" y="304800"/>
                    <a:pt x="563880" y="305753"/>
                    <a:pt x="566738" y="305753"/>
                  </a:cubicBezTo>
                  <a:lnTo>
                    <a:pt x="577215" y="305753"/>
                  </a:lnTo>
                  <a:cubicBezTo>
                    <a:pt x="584835" y="305753"/>
                    <a:pt x="591503" y="310515"/>
                    <a:pt x="594360" y="317183"/>
                  </a:cubicBezTo>
                  <a:lnTo>
                    <a:pt x="621983" y="380048"/>
                  </a:lnTo>
                  <a:cubicBezTo>
                    <a:pt x="624840" y="386715"/>
                    <a:pt x="631508" y="391478"/>
                    <a:pt x="639128" y="391478"/>
                  </a:cubicBezTo>
                  <a:lnTo>
                    <a:pt x="639128" y="391478"/>
                  </a:lnTo>
                  <a:cubicBezTo>
                    <a:pt x="647700" y="391478"/>
                    <a:pt x="655320" y="383858"/>
                    <a:pt x="655320" y="375285"/>
                  </a:cubicBezTo>
                  <a:lnTo>
                    <a:pt x="655320" y="348615"/>
                  </a:lnTo>
                  <a:cubicBezTo>
                    <a:pt x="655320" y="345758"/>
                    <a:pt x="656273" y="342900"/>
                    <a:pt x="659130" y="340995"/>
                  </a:cubicBezTo>
                  <a:lnTo>
                    <a:pt x="681038" y="323850"/>
                  </a:lnTo>
                  <a:cubicBezTo>
                    <a:pt x="682943" y="336233"/>
                    <a:pt x="683895" y="349568"/>
                    <a:pt x="683895" y="362903"/>
                  </a:cubicBezTo>
                  <a:cubicBezTo>
                    <a:pt x="685800" y="540068"/>
                    <a:pt x="540068" y="685800"/>
                    <a:pt x="361950" y="6858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200C31F-ADBF-7B66-09A0-71F0DC9A587D}"/>
              </a:ext>
            </a:extLst>
          </p:cNvPr>
          <p:cNvGrpSpPr/>
          <p:nvPr/>
        </p:nvGrpSpPr>
        <p:grpSpPr>
          <a:xfrm>
            <a:off x="7065130" y="913691"/>
            <a:ext cx="842400" cy="841186"/>
            <a:chOff x="7065130" y="913691"/>
            <a:chExt cx="842400" cy="841186"/>
          </a:xfrm>
        </p:grpSpPr>
        <p:sp>
          <p:nvSpPr>
            <p:cNvPr id="135" name="Flowchart: Connector 134">
              <a:extLst>
                <a:ext uri="{FF2B5EF4-FFF2-40B4-BE49-F238E27FC236}">
                  <a16:creationId xmlns:a16="http://schemas.microsoft.com/office/drawing/2014/main" id="{32302827-5561-F986-5D40-73B8C7B97B6D}"/>
                </a:ext>
              </a:extLst>
            </p:cNvPr>
            <p:cNvSpPr/>
            <p:nvPr/>
          </p:nvSpPr>
          <p:spPr>
            <a:xfrm>
              <a:off x="7065130" y="913691"/>
              <a:ext cx="842400" cy="841186"/>
            </a:xfrm>
            <a:prstGeom prst="flowChartConnector">
              <a:avLst/>
            </a:prstGeom>
            <a:gradFill flip="none" rotWithShape="1">
              <a:gsLst>
                <a:gs pos="71000">
                  <a:schemeClr val="bg1">
                    <a:lumMod val="85000"/>
                  </a:schemeClr>
                </a:gs>
                <a:gs pos="51000">
                  <a:schemeClr val="bg1">
                    <a:lumMod val="95000"/>
                  </a:schemeClr>
                </a:gs>
                <a:gs pos="0">
                  <a:schemeClr val="bg1">
                    <a:lumMod val="81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ffectLst>
              <a:outerShdw blurRad="127000" dist="38100" dir="2700000" algn="tl" rotWithShape="0">
                <a:prstClr val="black">
                  <a:alpha val="46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1" name="Graphic 40" descr="Gears with solid fill">
              <a:extLst>
                <a:ext uri="{FF2B5EF4-FFF2-40B4-BE49-F238E27FC236}">
                  <a16:creationId xmlns:a16="http://schemas.microsoft.com/office/drawing/2014/main" id="{85E3EF30-A1F2-1555-D777-8FF8344C6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105598" y="964092"/>
              <a:ext cx="745748" cy="745748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0F34D24-7992-D70B-BB29-AC584B780D3E}"/>
              </a:ext>
            </a:extLst>
          </p:cNvPr>
          <p:cNvGrpSpPr/>
          <p:nvPr/>
        </p:nvGrpSpPr>
        <p:grpSpPr>
          <a:xfrm>
            <a:off x="7176774" y="5013360"/>
            <a:ext cx="842400" cy="841186"/>
            <a:chOff x="7176774" y="5013360"/>
            <a:chExt cx="842400" cy="841186"/>
          </a:xfrm>
        </p:grpSpPr>
        <p:sp>
          <p:nvSpPr>
            <p:cNvPr id="138" name="Flowchart: Connector 137">
              <a:extLst>
                <a:ext uri="{FF2B5EF4-FFF2-40B4-BE49-F238E27FC236}">
                  <a16:creationId xmlns:a16="http://schemas.microsoft.com/office/drawing/2014/main" id="{DFBE1DF1-5F44-25C2-266C-4B692FF1E4AB}"/>
                </a:ext>
              </a:extLst>
            </p:cNvPr>
            <p:cNvSpPr/>
            <p:nvPr/>
          </p:nvSpPr>
          <p:spPr>
            <a:xfrm>
              <a:off x="7176774" y="5013360"/>
              <a:ext cx="842400" cy="841186"/>
            </a:xfrm>
            <a:prstGeom prst="flowChartConnector">
              <a:avLst/>
            </a:prstGeom>
            <a:gradFill flip="none" rotWithShape="1">
              <a:gsLst>
                <a:gs pos="71000">
                  <a:schemeClr val="bg1">
                    <a:lumMod val="85000"/>
                  </a:schemeClr>
                </a:gs>
                <a:gs pos="51000">
                  <a:schemeClr val="bg1">
                    <a:lumMod val="95000"/>
                  </a:schemeClr>
                </a:gs>
                <a:gs pos="0">
                  <a:schemeClr val="bg1">
                    <a:lumMod val="81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ffectLst>
              <a:outerShdw blurRad="127000" dist="38100" dir="2700000" algn="tl" rotWithShape="0">
                <a:prstClr val="black">
                  <a:alpha val="46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5" name="Graphic 14" descr="Lock with solid fill">
              <a:extLst>
                <a:ext uri="{FF2B5EF4-FFF2-40B4-BE49-F238E27FC236}">
                  <a16:creationId xmlns:a16="http://schemas.microsoft.com/office/drawing/2014/main" id="{C0DCB04E-6A74-AE7E-784C-C6F670324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234390" y="5049201"/>
              <a:ext cx="687119" cy="687119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72DF7F5-C717-2154-B8D2-4C920071812B}"/>
              </a:ext>
            </a:extLst>
          </p:cNvPr>
          <p:cNvSpPr txBox="1"/>
          <p:nvPr/>
        </p:nvSpPr>
        <p:spPr>
          <a:xfrm>
            <a:off x="5159550" y="3510920"/>
            <a:ext cx="2139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3D STATION GUIDE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658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7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7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750"/>
                                            <p:tgtEl>
                                              <p:spTgt spid="10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" fill="hold">
                          <p:stCondLst>
                            <p:cond delay="indefinite"/>
                          </p:stCondLst>
                          <p:childTnLst>
                            <p:par>
                              <p:cTn id="1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" presetID="2" presetClass="entr" presetSubtype="2" fill="hold" nodeType="click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4" dur="75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5" dur="75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7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7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75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750" fill="hold"/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750" fill="hold"/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5" dur="750"/>
                                            <p:tgtEl>
                                              <p:spTgt spid="1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53" presetClass="entr" presetSubtype="16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0" dur="75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750" fill="hold"/>
                                            <p:tgtEl>
                                              <p:spTgt spid="1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750" fill="hold"/>
                                            <p:tgtEl>
                                              <p:spTgt spid="1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5" dur="750"/>
                                            <p:tgtEl>
                                              <p:spTgt spid="1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8" fill="hold" nodeType="withEffect" p14:presetBounceEnd="6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38" dur="75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39" dur="75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2" fill="hold" nodeType="withEffect" p14:presetBounceEnd="6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42" dur="75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43" dur="75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53" presetClass="entr" presetSubtype="16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6" dur="7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7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8" dur="75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750" fill="hold"/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750" fill="hold"/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3" dur="750"/>
                                            <p:tgtEl>
                                              <p:spTgt spid="1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53" presetClass="entr" presetSubtype="16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6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8" dur="75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750" fill="hold"/>
                                            <p:tgtEl>
                                              <p:spTgt spid="1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750" fill="hold"/>
                                            <p:tgtEl>
                                              <p:spTgt spid="1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3" dur="750"/>
                                            <p:tgtEl>
                                              <p:spTgt spid="1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2" presetClass="entr" presetSubtype="8" fill="hold" nodeType="withEffect" p14:presetBounceEnd="60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66" dur="7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67" dur="7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8" presetID="2" presetClass="entr" presetSubtype="2" fill="hold" nodeType="withEffect" p14:presetBounceEnd="60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0" dur="75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71" dur="75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2" presetID="53" presetClass="entr" presetSubtype="16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4" dur="75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75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6" dur="75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53" presetClass="entr" presetSubtype="1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9" dur="750" fill="hold"/>
                                            <p:tgtEl>
                                              <p:spTgt spid="1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750" fill="hold"/>
                                            <p:tgtEl>
                                              <p:spTgt spid="1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1" dur="750"/>
                                            <p:tgtEl>
                                              <p:spTgt spid="1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53" presetClass="entr" presetSubtype="16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4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5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6" dur="75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7" presetID="53" presetClass="entr" presetSubtype="1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9" dur="75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0" dur="75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1" dur="750"/>
                                            <p:tgtEl>
                                              <p:spTgt spid="1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2" presetClass="entr" presetSubtype="2" fill="hold" nodeType="withEffect" p14:presetBounceEnd="60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94" dur="75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95" dur="75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6" presetID="53" presetClass="entr" presetSubtype="16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8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9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0" dur="75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53" presetClass="entr" presetSubtype="1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3" dur="750" fill="hold"/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4" dur="750" fill="hold"/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5" dur="750"/>
                                            <p:tgtEl>
                                              <p:spTgt spid="1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6" presetID="2" presetClass="entr" presetSubtype="8" fill="hold" nodeType="withEffect" p14:presetBounceEnd="6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08" dur="75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09" dur="75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0" presetID="2" presetClass="entr" presetSubtype="8" fill="hold" nodeType="withEffect" p14:presetBounceEnd="6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12" dur="75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13" dur="75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4" presetID="53" presetClass="entr" presetSubtype="16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6" dur="7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7" dur="7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8" dur="75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1" dur="750" fill="hold"/>
                                            <p:tgtEl>
                                              <p:spTgt spid="1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2" dur="750" fill="hold"/>
                                            <p:tgtEl>
                                              <p:spTgt spid="1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3" dur="750"/>
                                            <p:tgtEl>
                                              <p:spTgt spid="1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5" grpId="0" animBg="1"/>
          <p:bldP spid="120" grpId="0" animBg="1"/>
          <p:bldP spid="121" grpId="0" animBg="1"/>
          <p:bldP spid="122" grpId="0" animBg="1"/>
          <p:bldP spid="123" grpId="0" animBg="1"/>
          <p:bldP spid="130" grpId="0" animBg="1"/>
          <p:bldP spid="131" grpId="0" animBg="1"/>
          <p:bldP spid="132" grpId="0" animBg="1"/>
          <p:bldP spid="133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7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7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750"/>
                                            <p:tgtEl>
                                              <p:spTgt spid="10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" fill="hold">
                          <p:stCondLst>
                            <p:cond delay="indefinite"/>
                          </p:stCondLst>
                          <p:childTnLst>
                            <p:par>
                              <p:cTn id="1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75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7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7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75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750" fill="hold"/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750" fill="hold"/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5" dur="750"/>
                                            <p:tgtEl>
                                              <p:spTgt spid="1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53" presetClass="entr" presetSubtype="16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0" dur="75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750" fill="hold"/>
                                            <p:tgtEl>
                                              <p:spTgt spid="1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750" fill="hold"/>
                                            <p:tgtEl>
                                              <p:spTgt spid="1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5" dur="750"/>
                                            <p:tgtEl>
                                              <p:spTgt spid="1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8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75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75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2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75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53" presetClass="entr" presetSubtype="16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6" dur="7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7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8" dur="75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750" fill="hold"/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750" fill="hold"/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3" dur="750"/>
                                            <p:tgtEl>
                                              <p:spTgt spid="1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53" presetClass="entr" presetSubtype="16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6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8" dur="75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750" fill="hold"/>
                                            <p:tgtEl>
                                              <p:spTgt spid="1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750" fill="hold"/>
                                            <p:tgtEl>
                                              <p:spTgt spid="1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3" dur="750"/>
                                            <p:tgtEl>
                                              <p:spTgt spid="1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2" presetClass="entr" presetSubtype="8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6" dur="7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7" dur="75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8" presetID="2" presetClass="entr" presetSubtype="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0" dur="75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1" dur="75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2" presetID="53" presetClass="entr" presetSubtype="16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4" dur="75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75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6" dur="75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53" presetClass="entr" presetSubtype="1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9" dur="750" fill="hold"/>
                                            <p:tgtEl>
                                              <p:spTgt spid="1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750" fill="hold"/>
                                            <p:tgtEl>
                                              <p:spTgt spid="1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1" dur="750"/>
                                            <p:tgtEl>
                                              <p:spTgt spid="1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53" presetClass="entr" presetSubtype="16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4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5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6" dur="75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7" presetID="53" presetClass="entr" presetSubtype="1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9" dur="75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0" dur="75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1" dur="750"/>
                                            <p:tgtEl>
                                              <p:spTgt spid="1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2" presetClass="entr" presetSubtype="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4" dur="75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5" dur="75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6" presetID="53" presetClass="entr" presetSubtype="16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8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9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0" dur="75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53" presetClass="entr" presetSubtype="1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3" dur="750" fill="hold"/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4" dur="750" fill="hold"/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5" dur="750"/>
                                            <p:tgtEl>
                                              <p:spTgt spid="1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6" presetID="2" presetClass="entr" presetSubtype="8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8" dur="75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9" dur="75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0" presetID="2" presetClass="entr" presetSubtype="8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2" dur="75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3" dur="75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4" presetID="53" presetClass="entr" presetSubtype="16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6" dur="7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7" dur="7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8" dur="75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5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1" dur="750" fill="hold"/>
                                            <p:tgtEl>
                                              <p:spTgt spid="1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2" dur="750" fill="hold"/>
                                            <p:tgtEl>
                                              <p:spTgt spid="1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3" dur="750"/>
                                            <p:tgtEl>
                                              <p:spTgt spid="1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5" grpId="0" animBg="1"/>
          <p:bldP spid="120" grpId="0" animBg="1"/>
          <p:bldP spid="121" grpId="0" animBg="1"/>
          <p:bldP spid="122" grpId="0" animBg="1"/>
          <p:bldP spid="123" grpId="0" animBg="1"/>
          <p:bldP spid="130" grpId="0" animBg="1"/>
          <p:bldP spid="131" grpId="0" animBg="1"/>
          <p:bldP spid="132" grpId="0" animBg="1"/>
          <p:bldP spid="133" grpId="0" animBg="1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5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Oval 49">
            <a:extLst>
              <a:ext uri="{FF2B5EF4-FFF2-40B4-BE49-F238E27FC236}">
                <a16:creationId xmlns:a16="http://schemas.microsoft.com/office/drawing/2014/main" id="{21D5AF5E-45F4-9346-F92E-22E31D218526}"/>
              </a:ext>
            </a:extLst>
          </p:cNvPr>
          <p:cNvSpPr/>
          <p:nvPr/>
        </p:nvSpPr>
        <p:spPr>
          <a:xfrm>
            <a:off x="8332093" y="3110964"/>
            <a:ext cx="4083627" cy="910810"/>
          </a:xfrm>
          <a:prstGeom prst="ellipse">
            <a:avLst/>
          </a:prstGeom>
          <a:gradFill flip="none" rotWithShape="1">
            <a:gsLst>
              <a:gs pos="29000">
                <a:schemeClr val="bg1">
                  <a:lumMod val="75000"/>
                </a:schemeClr>
              </a:gs>
              <a:gs pos="79000">
                <a:schemeClr val="tx1">
                  <a:lumMod val="65000"/>
                  <a:lumOff val="35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317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248527-5EC1-FA27-1794-A8E8316F0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3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CB03820-82D4-1188-43DF-90F03ACA3E6D}"/>
              </a:ext>
            </a:extLst>
          </p:cNvPr>
          <p:cNvGrpSpPr/>
          <p:nvPr/>
        </p:nvGrpSpPr>
        <p:grpSpPr>
          <a:xfrm>
            <a:off x="-1360" y="2265733"/>
            <a:ext cx="6636382" cy="4235216"/>
            <a:chOff x="132849" y="1760336"/>
            <a:chExt cx="6636382" cy="423521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B0C733F-B51F-12B2-ADDF-AD58853DC7F5}"/>
                </a:ext>
              </a:extLst>
            </p:cNvPr>
            <p:cNvSpPr/>
            <p:nvPr/>
          </p:nvSpPr>
          <p:spPr>
            <a:xfrm>
              <a:off x="979258" y="3871119"/>
              <a:ext cx="4083627" cy="910810"/>
            </a:xfrm>
            <a:prstGeom prst="ellipse">
              <a:avLst/>
            </a:prstGeom>
            <a:gradFill flip="none" rotWithShape="1">
              <a:gsLst>
                <a:gs pos="29000">
                  <a:schemeClr val="bg1">
                    <a:lumMod val="75000"/>
                  </a:schemeClr>
                </a:gs>
                <a:gs pos="79000">
                  <a:schemeClr val="tx1">
                    <a:lumMod val="65000"/>
                    <a:lumOff val="35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  <a:softEdge rad="3175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DD8343E-DC31-B849-BA15-6B5055526D1A}"/>
                </a:ext>
              </a:extLst>
            </p:cNvPr>
            <p:cNvGrpSpPr/>
            <p:nvPr/>
          </p:nvGrpSpPr>
          <p:grpSpPr>
            <a:xfrm>
              <a:off x="132849" y="1760336"/>
              <a:ext cx="6636382" cy="4235216"/>
              <a:chOff x="450694" y="1782255"/>
              <a:chExt cx="6636382" cy="4235216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485BA6A-7CF3-5EE4-5598-8C180A6F91FC}"/>
                  </a:ext>
                </a:extLst>
              </p:cNvPr>
              <p:cNvSpPr/>
              <p:nvPr/>
            </p:nvSpPr>
            <p:spPr>
              <a:xfrm>
                <a:off x="3003449" y="5075473"/>
                <a:ext cx="4083627" cy="941998"/>
              </a:xfrm>
              <a:prstGeom prst="ellipse">
                <a:avLst/>
              </a:prstGeom>
              <a:gradFill flip="none" rotWithShape="1">
                <a:gsLst>
                  <a:gs pos="29000">
                    <a:schemeClr val="bg1">
                      <a:lumMod val="75000"/>
                    </a:schemeClr>
                  </a:gs>
                  <a:gs pos="79000">
                    <a:schemeClr val="tx1">
                      <a:lumMod val="65000"/>
                      <a:lumOff val="35000"/>
                    </a:schemeClr>
                  </a:gs>
                </a:gsLst>
                <a:lin ang="2700000" scaled="0"/>
                <a:tileRect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  <a:softEdge rad="317500"/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1024" name="Group 1023">
                <a:extLst>
                  <a:ext uri="{FF2B5EF4-FFF2-40B4-BE49-F238E27FC236}">
                    <a16:creationId xmlns:a16="http://schemas.microsoft.com/office/drawing/2014/main" id="{46C575B2-D474-57FF-19EE-AF0A711083A2}"/>
                  </a:ext>
                </a:extLst>
              </p:cNvPr>
              <p:cNvGrpSpPr/>
              <p:nvPr/>
            </p:nvGrpSpPr>
            <p:grpSpPr>
              <a:xfrm>
                <a:off x="450694" y="1782255"/>
                <a:ext cx="5645306" cy="3927598"/>
                <a:chOff x="1871455" y="1560206"/>
                <a:chExt cx="5645306" cy="3927598"/>
              </a:xfrm>
            </p:grpSpPr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26DCA0FE-7280-081D-919E-0C23E3EC7D3B}"/>
                    </a:ext>
                  </a:extLst>
                </p:cNvPr>
                <p:cNvSpPr/>
                <p:nvPr/>
              </p:nvSpPr>
              <p:spPr>
                <a:xfrm>
                  <a:off x="4675239" y="4776796"/>
                  <a:ext cx="2841522" cy="711008"/>
                </a:xfrm>
                <a:custGeom>
                  <a:avLst/>
                  <a:gdLst>
                    <a:gd name="connsiteX0" fmla="*/ 0 w 2841522"/>
                    <a:gd name="connsiteY0" fmla="*/ 0 h 914400"/>
                    <a:gd name="connsiteX1" fmla="*/ 2841522 w 2841522"/>
                    <a:gd name="connsiteY1" fmla="*/ 0 h 914400"/>
                    <a:gd name="connsiteX2" fmla="*/ 2841522 w 2841522"/>
                    <a:gd name="connsiteY2" fmla="*/ 580103 h 914400"/>
                    <a:gd name="connsiteX3" fmla="*/ 2827662 w 2841522"/>
                    <a:gd name="connsiteY3" fmla="*/ 580103 h 914400"/>
                    <a:gd name="connsiteX4" fmla="*/ 2841522 w 2841522"/>
                    <a:gd name="connsiteY4" fmla="*/ 609600 h 914400"/>
                    <a:gd name="connsiteX5" fmla="*/ 1420761 w 2841522"/>
                    <a:gd name="connsiteY5" fmla="*/ 914400 h 914400"/>
                    <a:gd name="connsiteX6" fmla="*/ 0 w 2841522"/>
                    <a:gd name="connsiteY6" fmla="*/ 609600 h 914400"/>
                    <a:gd name="connsiteX7" fmla="*/ 13861 w 2841522"/>
                    <a:gd name="connsiteY7" fmla="*/ 580103 h 914400"/>
                    <a:gd name="connsiteX8" fmla="*/ 0 w 2841522"/>
                    <a:gd name="connsiteY8" fmla="*/ 580103 h 914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841522" h="914400">
                      <a:moveTo>
                        <a:pt x="0" y="0"/>
                      </a:moveTo>
                      <a:lnTo>
                        <a:pt x="2841522" y="0"/>
                      </a:lnTo>
                      <a:lnTo>
                        <a:pt x="2841522" y="580103"/>
                      </a:lnTo>
                      <a:lnTo>
                        <a:pt x="2827662" y="580103"/>
                      </a:lnTo>
                      <a:lnTo>
                        <a:pt x="2841522" y="609600"/>
                      </a:lnTo>
                      <a:cubicBezTo>
                        <a:pt x="2841522" y="777936"/>
                        <a:pt x="2205426" y="914400"/>
                        <a:pt x="1420761" y="914400"/>
                      </a:cubicBezTo>
                      <a:cubicBezTo>
                        <a:pt x="636096" y="914400"/>
                        <a:pt x="0" y="777936"/>
                        <a:pt x="0" y="609600"/>
                      </a:cubicBezTo>
                      <a:lnTo>
                        <a:pt x="13861" y="580103"/>
                      </a:lnTo>
                      <a:lnTo>
                        <a:pt x="0" y="580103"/>
                      </a:lnTo>
                      <a:close/>
                    </a:path>
                  </a:pathLst>
                </a:custGeom>
                <a:gradFill flip="none" rotWithShape="1">
                  <a:gsLst>
                    <a:gs pos="38000">
                      <a:schemeClr val="bg1"/>
                    </a:gs>
                    <a:gs pos="89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F3AB77C7-3685-B2ED-1C2C-825F35CAE2F0}"/>
                    </a:ext>
                  </a:extLst>
                </p:cNvPr>
                <p:cNvSpPr/>
                <p:nvPr/>
              </p:nvSpPr>
              <p:spPr>
                <a:xfrm>
                  <a:off x="4675239" y="4496232"/>
                  <a:ext cx="2841522" cy="509117"/>
                </a:xfrm>
                <a:prstGeom prst="ellipse">
                  <a:avLst/>
                </a:prstGeom>
                <a:gradFill>
                  <a:gsLst>
                    <a:gs pos="17000">
                      <a:schemeClr val="accent4">
                        <a:lumMod val="40000"/>
                        <a:lumOff val="60000"/>
                      </a:schemeClr>
                    </a:gs>
                    <a:gs pos="82000">
                      <a:schemeClr val="accent4">
                        <a:lumMod val="75000"/>
                      </a:schemeClr>
                    </a:gs>
                  </a:gsLst>
                  <a:lin ang="1620000" scaled="0"/>
                </a:gra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8FBF7DB2-3F8F-631A-E802-9E88B6B49966}"/>
                    </a:ext>
                  </a:extLst>
                </p:cNvPr>
                <p:cNvSpPr/>
                <p:nvPr/>
              </p:nvSpPr>
              <p:spPr>
                <a:xfrm>
                  <a:off x="3138607" y="4587527"/>
                  <a:ext cx="4112934" cy="509710"/>
                </a:xfrm>
                <a:prstGeom prst="ellipse">
                  <a:avLst/>
                </a:prstGeom>
                <a:gradFill flip="none" rotWithShape="1">
                  <a:gsLst>
                    <a:gs pos="29000">
                      <a:schemeClr val="bg1">
                        <a:lumMod val="75000"/>
                      </a:schemeClr>
                    </a:gs>
                    <a:gs pos="79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  <a:softEdge rad="317500"/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651E57BC-8B3E-3834-4465-FA4EBAFD8544}"/>
                    </a:ext>
                  </a:extLst>
                </p:cNvPr>
                <p:cNvSpPr/>
                <p:nvPr/>
              </p:nvSpPr>
              <p:spPr>
                <a:xfrm>
                  <a:off x="1871455" y="2981874"/>
                  <a:ext cx="4083627" cy="840980"/>
                </a:xfrm>
                <a:prstGeom prst="ellipse">
                  <a:avLst/>
                </a:prstGeom>
                <a:gradFill flip="none" rotWithShape="1">
                  <a:gsLst>
                    <a:gs pos="29000">
                      <a:schemeClr val="bg1">
                        <a:lumMod val="75000"/>
                      </a:schemeClr>
                    </a:gs>
                    <a:gs pos="79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  <a:softEdge rad="317500"/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7C940570-2489-2B01-7F40-BF2CD5FF2C93}"/>
                    </a:ext>
                  </a:extLst>
                </p:cNvPr>
                <p:cNvSpPr/>
                <p:nvPr/>
              </p:nvSpPr>
              <p:spPr>
                <a:xfrm>
                  <a:off x="2873819" y="3004186"/>
                  <a:ext cx="4083627" cy="840980"/>
                </a:xfrm>
                <a:prstGeom prst="ellipse">
                  <a:avLst/>
                </a:prstGeom>
                <a:gradFill flip="none" rotWithShape="1">
                  <a:gsLst>
                    <a:gs pos="29000">
                      <a:schemeClr val="bg1">
                        <a:lumMod val="75000"/>
                      </a:schemeClr>
                    </a:gs>
                    <a:gs pos="79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  <a:softEdge rad="317500"/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F38C8E8F-4194-E6C8-488C-2F4C10587AEB}"/>
                    </a:ext>
                  </a:extLst>
                </p:cNvPr>
                <p:cNvSpPr/>
                <p:nvPr/>
              </p:nvSpPr>
              <p:spPr>
                <a:xfrm>
                  <a:off x="4118600" y="4094707"/>
                  <a:ext cx="2841522" cy="770046"/>
                </a:xfrm>
                <a:custGeom>
                  <a:avLst/>
                  <a:gdLst>
                    <a:gd name="connsiteX0" fmla="*/ 0 w 2841522"/>
                    <a:gd name="connsiteY0" fmla="*/ 0 h 914400"/>
                    <a:gd name="connsiteX1" fmla="*/ 2841522 w 2841522"/>
                    <a:gd name="connsiteY1" fmla="*/ 0 h 914400"/>
                    <a:gd name="connsiteX2" fmla="*/ 2841522 w 2841522"/>
                    <a:gd name="connsiteY2" fmla="*/ 580103 h 914400"/>
                    <a:gd name="connsiteX3" fmla="*/ 2827662 w 2841522"/>
                    <a:gd name="connsiteY3" fmla="*/ 580103 h 914400"/>
                    <a:gd name="connsiteX4" fmla="*/ 2841522 w 2841522"/>
                    <a:gd name="connsiteY4" fmla="*/ 609600 h 914400"/>
                    <a:gd name="connsiteX5" fmla="*/ 1420761 w 2841522"/>
                    <a:gd name="connsiteY5" fmla="*/ 914400 h 914400"/>
                    <a:gd name="connsiteX6" fmla="*/ 0 w 2841522"/>
                    <a:gd name="connsiteY6" fmla="*/ 609600 h 914400"/>
                    <a:gd name="connsiteX7" fmla="*/ 13861 w 2841522"/>
                    <a:gd name="connsiteY7" fmla="*/ 580103 h 914400"/>
                    <a:gd name="connsiteX8" fmla="*/ 0 w 2841522"/>
                    <a:gd name="connsiteY8" fmla="*/ 580103 h 914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841522" h="914400">
                      <a:moveTo>
                        <a:pt x="0" y="0"/>
                      </a:moveTo>
                      <a:lnTo>
                        <a:pt x="2841522" y="0"/>
                      </a:lnTo>
                      <a:lnTo>
                        <a:pt x="2841522" y="580103"/>
                      </a:lnTo>
                      <a:lnTo>
                        <a:pt x="2827662" y="580103"/>
                      </a:lnTo>
                      <a:lnTo>
                        <a:pt x="2841522" y="609600"/>
                      </a:lnTo>
                      <a:cubicBezTo>
                        <a:pt x="2841522" y="777936"/>
                        <a:pt x="2205426" y="914400"/>
                        <a:pt x="1420761" y="914400"/>
                      </a:cubicBezTo>
                      <a:cubicBezTo>
                        <a:pt x="636096" y="914400"/>
                        <a:pt x="0" y="777936"/>
                        <a:pt x="0" y="609600"/>
                      </a:cubicBezTo>
                      <a:lnTo>
                        <a:pt x="13861" y="580103"/>
                      </a:lnTo>
                      <a:lnTo>
                        <a:pt x="0" y="580103"/>
                      </a:lnTo>
                      <a:close/>
                    </a:path>
                  </a:pathLst>
                </a:custGeom>
                <a:gradFill flip="none" rotWithShape="1">
                  <a:gsLst>
                    <a:gs pos="45000">
                      <a:srgbClr val="F4F4F4"/>
                    </a:gs>
                    <a:gs pos="0">
                      <a:schemeClr val="bg1"/>
                    </a:gs>
                    <a:gs pos="89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776D91B8-625F-BEC5-FDE9-D8E12F827E07}"/>
                    </a:ext>
                  </a:extLst>
                </p:cNvPr>
                <p:cNvSpPr/>
                <p:nvPr/>
              </p:nvSpPr>
              <p:spPr>
                <a:xfrm>
                  <a:off x="4118600" y="3781138"/>
                  <a:ext cx="2841522" cy="551390"/>
                </a:xfrm>
                <a:prstGeom prst="ellipse">
                  <a:avLst/>
                </a:prstGeom>
                <a:gradFill>
                  <a:gsLst>
                    <a:gs pos="41000">
                      <a:schemeClr val="accent6">
                        <a:lumMod val="40000"/>
                        <a:lumOff val="60000"/>
                      </a:schemeClr>
                    </a:gs>
                    <a:gs pos="82000">
                      <a:schemeClr val="accent6">
                        <a:lumMod val="75000"/>
                      </a:schemeClr>
                    </a:gs>
                  </a:gsLst>
                  <a:lin ang="1620000" scaled="0"/>
                </a:gra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74F2C7EC-10B5-8DC8-A351-C6D06C413213}"/>
                    </a:ext>
                  </a:extLst>
                </p:cNvPr>
                <p:cNvSpPr/>
                <p:nvPr/>
              </p:nvSpPr>
              <p:spPr>
                <a:xfrm>
                  <a:off x="3430598" y="3359694"/>
                  <a:ext cx="2841522" cy="711008"/>
                </a:xfrm>
                <a:custGeom>
                  <a:avLst/>
                  <a:gdLst>
                    <a:gd name="connsiteX0" fmla="*/ 0 w 2841522"/>
                    <a:gd name="connsiteY0" fmla="*/ 0 h 914400"/>
                    <a:gd name="connsiteX1" fmla="*/ 2841522 w 2841522"/>
                    <a:gd name="connsiteY1" fmla="*/ 0 h 914400"/>
                    <a:gd name="connsiteX2" fmla="*/ 2841522 w 2841522"/>
                    <a:gd name="connsiteY2" fmla="*/ 580103 h 914400"/>
                    <a:gd name="connsiteX3" fmla="*/ 2827662 w 2841522"/>
                    <a:gd name="connsiteY3" fmla="*/ 580103 h 914400"/>
                    <a:gd name="connsiteX4" fmla="*/ 2841522 w 2841522"/>
                    <a:gd name="connsiteY4" fmla="*/ 609600 h 914400"/>
                    <a:gd name="connsiteX5" fmla="*/ 1420761 w 2841522"/>
                    <a:gd name="connsiteY5" fmla="*/ 914400 h 914400"/>
                    <a:gd name="connsiteX6" fmla="*/ 0 w 2841522"/>
                    <a:gd name="connsiteY6" fmla="*/ 609600 h 914400"/>
                    <a:gd name="connsiteX7" fmla="*/ 13861 w 2841522"/>
                    <a:gd name="connsiteY7" fmla="*/ 580103 h 914400"/>
                    <a:gd name="connsiteX8" fmla="*/ 0 w 2841522"/>
                    <a:gd name="connsiteY8" fmla="*/ 580103 h 914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841522" h="914400">
                      <a:moveTo>
                        <a:pt x="0" y="0"/>
                      </a:moveTo>
                      <a:lnTo>
                        <a:pt x="2841522" y="0"/>
                      </a:lnTo>
                      <a:lnTo>
                        <a:pt x="2841522" y="580103"/>
                      </a:lnTo>
                      <a:lnTo>
                        <a:pt x="2827662" y="580103"/>
                      </a:lnTo>
                      <a:lnTo>
                        <a:pt x="2841522" y="609600"/>
                      </a:lnTo>
                      <a:cubicBezTo>
                        <a:pt x="2841522" y="777936"/>
                        <a:pt x="2205426" y="914400"/>
                        <a:pt x="1420761" y="914400"/>
                      </a:cubicBezTo>
                      <a:cubicBezTo>
                        <a:pt x="636096" y="914400"/>
                        <a:pt x="0" y="777936"/>
                        <a:pt x="0" y="609600"/>
                      </a:cubicBezTo>
                      <a:lnTo>
                        <a:pt x="13861" y="580103"/>
                      </a:lnTo>
                      <a:lnTo>
                        <a:pt x="0" y="580103"/>
                      </a:lnTo>
                      <a:close/>
                    </a:path>
                  </a:pathLst>
                </a:custGeom>
                <a:gradFill flip="none" rotWithShape="1">
                  <a:gsLst>
                    <a:gs pos="40000">
                      <a:schemeClr val="bg1"/>
                    </a:gs>
                    <a:gs pos="89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F728D146-4765-84A0-031D-7BD9B08FB711}"/>
                    </a:ext>
                  </a:extLst>
                </p:cNvPr>
                <p:cNvSpPr/>
                <p:nvPr/>
              </p:nvSpPr>
              <p:spPr>
                <a:xfrm>
                  <a:off x="3430598" y="3058302"/>
                  <a:ext cx="2841522" cy="509116"/>
                </a:xfrm>
                <a:prstGeom prst="ellipse">
                  <a:avLst/>
                </a:prstGeom>
                <a:gradFill>
                  <a:gsLst>
                    <a:gs pos="41000">
                      <a:schemeClr val="accent3">
                        <a:lumMod val="60000"/>
                        <a:lumOff val="40000"/>
                      </a:schemeClr>
                    </a:gs>
                    <a:gs pos="82000">
                      <a:schemeClr val="accent3">
                        <a:lumMod val="75000"/>
                      </a:schemeClr>
                    </a:gs>
                  </a:gsLst>
                  <a:lin ang="1620000" scaled="0"/>
                </a:gra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9E8BA54E-F82C-86E4-0BE3-14EB57D673D1}"/>
                    </a:ext>
                  </a:extLst>
                </p:cNvPr>
                <p:cNvSpPr/>
                <p:nvPr/>
              </p:nvSpPr>
              <p:spPr>
                <a:xfrm>
                  <a:off x="2845995" y="2586693"/>
                  <a:ext cx="2841522" cy="770046"/>
                </a:xfrm>
                <a:custGeom>
                  <a:avLst/>
                  <a:gdLst>
                    <a:gd name="connsiteX0" fmla="*/ 0 w 2841522"/>
                    <a:gd name="connsiteY0" fmla="*/ 0 h 914400"/>
                    <a:gd name="connsiteX1" fmla="*/ 2841522 w 2841522"/>
                    <a:gd name="connsiteY1" fmla="*/ 0 h 914400"/>
                    <a:gd name="connsiteX2" fmla="*/ 2841522 w 2841522"/>
                    <a:gd name="connsiteY2" fmla="*/ 580103 h 914400"/>
                    <a:gd name="connsiteX3" fmla="*/ 2827662 w 2841522"/>
                    <a:gd name="connsiteY3" fmla="*/ 580103 h 914400"/>
                    <a:gd name="connsiteX4" fmla="*/ 2841522 w 2841522"/>
                    <a:gd name="connsiteY4" fmla="*/ 609600 h 914400"/>
                    <a:gd name="connsiteX5" fmla="*/ 1420761 w 2841522"/>
                    <a:gd name="connsiteY5" fmla="*/ 914400 h 914400"/>
                    <a:gd name="connsiteX6" fmla="*/ 0 w 2841522"/>
                    <a:gd name="connsiteY6" fmla="*/ 609600 h 914400"/>
                    <a:gd name="connsiteX7" fmla="*/ 13861 w 2841522"/>
                    <a:gd name="connsiteY7" fmla="*/ 580103 h 914400"/>
                    <a:gd name="connsiteX8" fmla="*/ 0 w 2841522"/>
                    <a:gd name="connsiteY8" fmla="*/ 580103 h 914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841522" h="914400">
                      <a:moveTo>
                        <a:pt x="0" y="0"/>
                      </a:moveTo>
                      <a:lnTo>
                        <a:pt x="2841522" y="0"/>
                      </a:lnTo>
                      <a:lnTo>
                        <a:pt x="2841522" y="580103"/>
                      </a:lnTo>
                      <a:lnTo>
                        <a:pt x="2827662" y="580103"/>
                      </a:lnTo>
                      <a:lnTo>
                        <a:pt x="2841522" y="609600"/>
                      </a:lnTo>
                      <a:cubicBezTo>
                        <a:pt x="2841522" y="777936"/>
                        <a:pt x="2205426" y="914400"/>
                        <a:pt x="1420761" y="914400"/>
                      </a:cubicBezTo>
                      <a:cubicBezTo>
                        <a:pt x="636096" y="914400"/>
                        <a:pt x="0" y="777936"/>
                        <a:pt x="0" y="609600"/>
                      </a:cubicBezTo>
                      <a:lnTo>
                        <a:pt x="13861" y="580103"/>
                      </a:lnTo>
                      <a:lnTo>
                        <a:pt x="0" y="580103"/>
                      </a:lnTo>
                      <a:close/>
                    </a:path>
                  </a:pathLst>
                </a:custGeom>
                <a:gradFill flip="none" rotWithShape="1">
                  <a:gsLst>
                    <a:gs pos="48000">
                      <a:schemeClr val="bg1"/>
                    </a:gs>
                    <a:gs pos="89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B98F98DF-EA0D-29F2-816E-6C7F03605649}"/>
                    </a:ext>
                  </a:extLst>
                </p:cNvPr>
                <p:cNvSpPr/>
                <p:nvPr/>
              </p:nvSpPr>
              <p:spPr>
                <a:xfrm>
                  <a:off x="2845995" y="2314238"/>
                  <a:ext cx="2841522" cy="551390"/>
                </a:xfrm>
                <a:prstGeom prst="ellipse">
                  <a:avLst/>
                </a:prstGeom>
                <a:gradFill>
                  <a:gsLst>
                    <a:gs pos="41000">
                      <a:schemeClr val="tx2">
                        <a:lumMod val="40000"/>
                        <a:lumOff val="60000"/>
                      </a:schemeClr>
                    </a:gs>
                    <a:gs pos="82000">
                      <a:schemeClr val="tx2">
                        <a:lumMod val="60000"/>
                        <a:lumOff val="40000"/>
                      </a:schemeClr>
                    </a:gs>
                  </a:gsLst>
                  <a:lin ang="1620000" scaled="0"/>
                </a:gra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AA02B11B-C565-7E72-3812-E0C0623884CB}"/>
                    </a:ext>
                  </a:extLst>
                </p:cNvPr>
                <p:cNvSpPr/>
                <p:nvPr/>
              </p:nvSpPr>
              <p:spPr>
                <a:xfrm>
                  <a:off x="2136496" y="1835620"/>
                  <a:ext cx="2841522" cy="796414"/>
                </a:xfrm>
                <a:custGeom>
                  <a:avLst/>
                  <a:gdLst>
                    <a:gd name="connsiteX0" fmla="*/ 0 w 2841522"/>
                    <a:gd name="connsiteY0" fmla="*/ 0 h 914400"/>
                    <a:gd name="connsiteX1" fmla="*/ 2841522 w 2841522"/>
                    <a:gd name="connsiteY1" fmla="*/ 0 h 914400"/>
                    <a:gd name="connsiteX2" fmla="*/ 2841522 w 2841522"/>
                    <a:gd name="connsiteY2" fmla="*/ 580103 h 914400"/>
                    <a:gd name="connsiteX3" fmla="*/ 2827662 w 2841522"/>
                    <a:gd name="connsiteY3" fmla="*/ 580103 h 914400"/>
                    <a:gd name="connsiteX4" fmla="*/ 2841522 w 2841522"/>
                    <a:gd name="connsiteY4" fmla="*/ 609600 h 914400"/>
                    <a:gd name="connsiteX5" fmla="*/ 1420761 w 2841522"/>
                    <a:gd name="connsiteY5" fmla="*/ 914400 h 914400"/>
                    <a:gd name="connsiteX6" fmla="*/ 0 w 2841522"/>
                    <a:gd name="connsiteY6" fmla="*/ 609600 h 914400"/>
                    <a:gd name="connsiteX7" fmla="*/ 13861 w 2841522"/>
                    <a:gd name="connsiteY7" fmla="*/ 580103 h 914400"/>
                    <a:gd name="connsiteX8" fmla="*/ 0 w 2841522"/>
                    <a:gd name="connsiteY8" fmla="*/ 580103 h 914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841522" h="914400">
                      <a:moveTo>
                        <a:pt x="0" y="0"/>
                      </a:moveTo>
                      <a:lnTo>
                        <a:pt x="2841522" y="0"/>
                      </a:lnTo>
                      <a:lnTo>
                        <a:pt x="2841522" y="580103"/>
                      </a:lnTo>
                      <a:lnTo>
                        <a:pt x="2827662" y="580103"/>
                      </a:lnTo>
                      <a:lnTo>
                        <a:pt x="2841522" y="609600"/>
                      </a:lnTo>
                      <a:cubicBezTo>
                        <a:pt x="2841522" y="777936"/>
                        <a:pt x="2205426" y="914400"/>
                        <a:pt x="1420761" y="914400"/>
                      </a:cubicBezTo>
                      <a:cubicBezTo>
                        <a:pt x="636096" y="914400"/>
                        <a:pt x="0" y="777936"/>
                        <a:pt x="0" y="609600"/>
                      </a:cubicBezTo>
                      <a:lnTo>
                        <a:pt x="13861" y="580103"/>
                      </a:lnTo>
                      <a:lnTo>
                        <a:pt x="0" y="580103"/>
                      </a:lnTo>
                      <a:close/>
                    </a:path>
                  </a:pathLst>
                </a:custGeom>
                <a:gradFill flip="none" rotWithShape="1">
                  <a:gsLst>
                    <a:gs pos="3200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C9C2AD73-88CE-16C8-6474-50C010295BB0}"/>
                    </a:ext>
                  </a:extLst>
                </p:cNvPr>
                <p:cNvSpPr/>
                <p:nvPr/>
              </p:nvSpPr>
              <p:spPr>
                <a:xfrm>
                  <a:off x="2136496" y="1560206"/>
                  <a:ext cx="2841522" cy="570271"/>
                </a:xfrm>
                <a:prstGeom prst="ellipse">
                  <a:avLst/>
                </a:prstGeom>
                <a:gradFill>
                  <a:gsLst>
                    <a:gs pos="41000">
                      <a:srgbClr val="FF8474"/>
                    </a:gs>
                    <a:gs pos="82000">
                      <a:srgbClr val="FF0000"/>
                    </a:gs>
                  </a:gsLst>
                  <a:lin ang="1620000" scaled="0"/>
                </a:gra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</p:grpSp>
      <p:sp>
        <p:nvSpPr>
          <p:cNvPr id="1074" name="Title 1">
            <a:extLst>
              <a:ext uri="{FF2B5EF4-FFF2-40B4-BE49-F238E27FC236}">
                <a16:creationId xmlns:a16="http://schemas.microsoft.com/office/drawing/2014/main" id="{B3A12AB4-712C-3B74-1BAE-72595C1A1DB7}"/>
              </a:ext>
            </a:extLst>
          </p:cNvPr>
          <p:cNvSpPr txBox="1">
            <a:spLocks/>
          </p:cNvSpPr>
          <p:nvPr/>
        </p:nvSpPr>
        <p:spPr>
          <a:xfrm>
            <a:off x="625884" y="-56922"/>
            <a:ext cx="10972800" cy="1143000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u="sng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7455FF63-A331-A31D-0DD4-EAA48DB81553}"/>
              </a:ext>
            </a:extLst>
          </p:cNvPr>
          <p:cNvGrpSpPr/>
          <p:nvPr/>
        </p:nvGrpSpPr>
        <p:grpSpPr>
          <a:xfrm>
            <a:off x="399101" y="2331783"/>
            <a:ext cx="12433731" cy="4167786"/>
            <a:chOff x="463827" y="1997480"/>
            <a:chExt cx="12433731" cy="4167786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1E43A051-F313-3963-1170-63E434E21409}"/>
                </a:ext>
              </a:extLst>
            </p:cNvPr>
            <p:cNvGrpSpPr/>
            <p:nvPr/>
          </p:nvGrpSpPr>
          <p:grpSpPr>
            <a:xfrm>
              <a:off x="5597044" y="1997480"/>
              <a:ext cx="6427884" cy="4167786"/>
              <a:chOff x="5471122" y="1760336"/>
              <a:chExt cx="6427884" cy="4167786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BB49511A-9B99-495D-8407-0BAD4C174B86}"/>
                  </a:ext>
                </a:extLst>
              </p:cNvPr>
              <p:cNvSpPr/>
              <p:nvPr/>
            </p:nvSpPr>
            <p:spPr>
              <a:xfrm>
                <a:off x="5471122" y="4986124"/>
                <a:ext cx="4083627" cy="941998"/>
              </a:xfrm>
              <a:prstGeom prst="ellipse">
                <a:avLst/>
              </a:prstGeom>
              <a:gradFill flip="none" rotWithShape="1">
                <a:gsLst>
                  <a:gs pos="29000">
                    <a:schemeClr val="bg1">
                      <a:lumMod val="75000"/>
                    </a:schemeClr>
                  </a:gs>
                  <a:gs pos="79000">
                    <a:schemeClr val="tx1">
                      <a:lumMod val="65000"/>
                      <a:lumOff val="35000"/>
                    </a:schemeClr>
                  </a:gs>
                </a:gsLst>
                <a:lin ang="2700000" scaled="0"/>
                <a:tileRect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  <a:softEdge rad="317500"/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6039EA6E-0243-1547-C2B5-225D233F36E2}"/>
                  </a:ext>
                </a:extLst>
              </p:cNvPr>
              <p:cNvGrpSpPr/>
              <p:nvPr/>
            </p:nvGrpSpPr>
            <p:grpSpPr>
              <a:xfrm flipH="1">
                <a:off x="6518741" y="1760336"/>
                <a:ext cx="5380265" cy="3927598"/>
                <a:chOff x="2136496" y="1560206"/>
                <a:chExt cx="5380265" cy="3927598"/>
              </a:xfrm>
            </p:grpSpPr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46D3D00D-9973-DDB5-746C-6BA8DECE4E56}"/>
                    </a:ext>
                  </a:extLst>
                </p:cNvPr>
                <p:cNvSpPr/>
                <p:nvPr/>
              </p:nvSpPr>
              <p:spPr>
                <a:xfrm>
                  <a:off x="4675239" y="4776796"/>
                  <a:ext cx="2841522" cy="711008"/>
                </a:xfrm>
                <a:custGeom>
                  <a:avLst/>
                  <a:gdLst>
                    <a:gd name="connsiteX0" fmla="*/ 0 w 2841522"/>
                    <a:gd name="connsiteY0" fmla="*/ 0 h 914400"/>
                    <a:gd name="connsiteX1" fmla="*/ 2841522 w 2841522"/>
                    <a:gd name="connsiteY1" fmla="*/ 0 h 914400"/>
                    <a:gd name="connsiteX2" fmla="*/ 2841522 w 2841522"/>
                    <a:gd name="connsiteY2" fmla="*/ 580103 h 914400"/>
                    <a:gd name="connsiteX3" fmla="*/ 2827662 w 2841522"/>
                    <a:gd name="connsiteY3" fmla="*/ 580103 h 914400"/>
                    <a:gd name="connsiteX4" fmla="*/ 2841522 w 2841522"/>
                    <a:gd name="connsiteY4" fmla="*/ 609600 h 914400"/>
                    <a:gd name="connsiteX5" fmla="*/ 1420761 w 2841522"/>
                    <a:gd name="connsiteY5" fmla="*/ 914400 h 914400"/>
                    <a:gd name="connsiteX6" fmla="*/ 0 w 2841522"/>
                    <a:gd name="connsiteY6" fmla="*/ 609600 h 914400"/>
                    <a:gd name="connsiteX7" fmla="*/ 13861 w 2841522"/>
                    <a:gd name="connsiteY7" fmla="*/ 580103 h 914400"/>
                    <a:gd name="connsiteX8" fmla="*/ 0 w 2841522"/>
                    <a:gd name="connsiteY8" fmla="*/ 580103 h 914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841522" h="914400">
                      <a:moveTo>
                        <a:pt x="0" y="0"/>
                      </a:moveTo>
                      <a:lnTo>
                        <a:pt x="2841522" y="0"/>
                      </a:lnTo>
                      <a:lnTo>
                        <a:pt x="2841522" y="580103"/>
                      </a:lnTo>
                      <a:lnTo>
                        <a:pt x="2827662" y="580103"/>
                      </a:lnTo>
                      <a:lnTo>
                        <a:pt x="2841522" y="609600"/>
                      </a:lnTo>
                      <a:cubicBezTo>
                        <a:pt x="2841522" y="777936"/>
                        <a:pt x="2205426" y="914400"/>
                        <a:pt x="1420761" y="914400"/>
                      </a:cubicBezTo>
                      <a:cubicBezTo>
                        <a:pt x="636096" y="914400"/>
                        <a:pt x="0" y="777936"/>
                        <a:pt x="0" y="609600"/>
                      </a:cubicBezTo>
                      <a:lnTo>
                        <a:pt x="13861" y="580103"/>
                      </a:lnTo>
                      <a:lnTo>
                        <a:pt x="0" y="580103"/>
                      </a:lnTo>
                      <a:close/>
                    </a:path>
                  </a:pathLst>
                </a:custGeom>
                <a:gradFill flip="none" rotWithShape="1">
                  <a:gsLst>
                    <a:gs pos="30000">
                      <a:schemeClr val="bg1"/>
                    </a:gs>
                    <a:gs pos="89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6EA0FA90-8CB7-AD8C-B635-6E0DE0C185E2}"/>
                    </a:ext>
                  </a:extLst>
                </p:cNvPr>
                <p:cNvSpPr/>
                <p:nvPr/>
              </p:nvSpPr>
              <p:spPr>
                <a:xfrm>
                  <a:off x="4675239" y="4496232"/>
                  <a:ext cx="2841522" cy="509117"/>
                </a:xfrm>
                <a:prstGeom prst="ellipse">
                  <a:avLst/>
                </a:prstGeom>
                <a:gradFill>
                  <a:gsLst>
                    <a:gs pos="17000">
                      <a:schemeClr val="accent4">
                        <a:lumMod val="40000"/>
                        <a:lumOff val="60000"/>
                      </a:schemeClr>
                    </a:gs>
                    <a:gs pos="82000">
                      <a:schemeClr val="accent4">
                        <a:lumMod val="75000"/>
                      </a:schemeClr>
                    </a:gs>
                  </a:gsLst>
                  <a:lin ang="1620000" scaled="0"/>
                </a:gra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2F1311A5-8FDD-3D5C-347E-59D07D383682}"/>
                    </a:ext>
                  </a:extLst>
                </p:cNvPr>
                <p:cNvSpPr/>
                <p:nvPr/>
              </p:nvSpPr>
              <p:spPr>
                <a:xfrm>
                  <a:off x="3299236" y="4155239"/>
                  <a:ext cx="4083627" cy="941998"/>
                </a:xfrm>
                <a:prstGeom prst="ellipse">
                  <a:avLst/>
                </a:prstGeom>
                <a:gradFill flip="none" rotWithShape="1">
                  <a:gsLst>
                    <a:gs pos="29000">
                      <a:schemeClr val="bg1">
                        <a:lumMod val="75000"/>
                      </a:schemeClr>
                    </a:gs>
                    <a:gs pos="79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  <a:softEdge rad="317500"/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13E7AAF0-BAB0-F1E1-5201-4ACDC917ADB4}"/>
                    </a:ext>
                  </a:extLst>
                </p:cNvPr>
                <p:cNvSpPr/>
                <p:nvPr/>
              </p:nvSpPr>
              <p:spPr>
                <a:xfrm>
                  <a:off x="2504068" y="3513109"/>
                  <a:ext cx="4083627" cy="840980"/>
                </a:xfrm>
                <a:prstGeom prst="ellipse">
                  <a:avLst/>
                </a:prstGeom>
                <a:gradFill flip="none" rotWithShape="1">
                  <a:gsLst>
                    <a:gs pos="29000">
                      <a:schemeClr val="bg1">
                        <a:lumMod val="75000"/>
                      </a:schemeClr>
                    </a:gs>
                    <a:gs pos="79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  <a:softEdge rad="317500"/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84178C6A-8BCD-1CFF-484E-FFBFC3DF23C0}"/>
                    </a:ext>
                  </a:extLst>
                </p:cNvPr>
                <p:cNvSpPr/>
                <p:nvPr/>
              </p:nvSpPr>
              <p:spPr>
                <a:xfrm>
                  <a:off x="2562740" y="3271417"/>
                  <a:ext cx="4083627" cy="840980"/>
                </a:xfrm>
                <a:prstGeom prst="ellipse">
                  <a:avLst/>
                </a:prstGeom>
                <a:gradFill flip="none" rotWithShape="1">
                  <a:gsLst>
                    <a:gs pos="29000">
                      <a:schemeClr val="bg1">
                        <a:lumMod val="75000"/>
                      </a:schemeClr>
                    </a:gs>
                    <a:gs pos="79000">
                      <a:schemeClr val="tx1">
                        <a:lumMod val="65000"/>
                        <a:lumOff val="35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  <a:softEdge rad="317500"/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63427AB4-2B7C-989D-B355-834306A0D747}"/>
                    </a:ext>
                  </a:extLst>
                </p:cNvPr>
                <p:cNvSpPr/>
                <p:nvPr/>
              </p:nvSpPr>
              <p:spPr>
                <a:xfrm>
                  <a:off x="4118600" y="4094707"/>
                  <a:ext cx="2841522" cy="770046"/>
                </a:xfrm>
                <a:custGeom>
                  <a:avLst/>
                  <a:gdLst>
                    <a:gd name="connsiteX0" fmla="*/ 0 w 2841522"/>
                    <a:gd name="connsiteY0" fmla="*/ 0 h 914400"/>
                    <a:gd name="connsiteX1" fmla="*/ 2841522 w 2841522"/>
                    <a:gd name="connsiteY1" fmla="*/ 0 h 914400"/>
                    <a:gd name="connsiteX2" fmla="*/ 2841522 w 2841522"/>
                    <a:gd name="connsiteY2" fmla="*/ 580103 h 914400"/>
                    <a:gd name="connsiteX3" fmla="*/ 2827662 w 2841522"/>
                    <a:gd name="connsiteY3" fmla="*/ 580103 h 914400"/>
                    <a:gd name="connsiteX4" fmla="*/ 2841522 w 2841522"/>
                    <a:gd name="connsiteY4" fmla="*/ 609600 h 914400"/>
                    <a:gd name="connsiteX5" fmla="*/ 1420761 w 2841522"/>
                    <a:gd name="connsiteY5" fmla="*/ 914400 h 914400"/>
                    <a:gd name="connsiteX6" fmla="*/ 0 w 2841522"/>
                    <a:gd name="connsiteY6" fmla="*/ 609600 h 914400"/>
                    <a:gd name="connsiteX7" fmla="*/ 13861 w 2841522"/>
                    <a:gd name="connsiteY7" fmla="*/ 580103 h 914400"/>
                    <a:gd name="connsiteX8" fmla="*/ 0 w 2841522"/>
                    <a:gd name="connsiteY8" fmla="*/ 580103 h 914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841522" h="914400">
                      <a:moveTo>
                        <a:pt x="0" y="0"/>
                      </a:moveTo>
                      <a:lnTo>
                        <a:pt x="2841522" y="0"/>
                      </a:lnTo>
                      <a:lnTo>
                        <a:pt x="2841522" y="580103"/>
                      </a:lnTo>
                      <a:lnTo>
                        <a:pt x="2827662" y="580103"/>
                      </a:lnTo>
                      <a:lnTo>
                        <a:pt x="2841522" y="609600"/>
                      </a:lnTo>
                      <a:cubicBezTo>
                        <a:pt x="2841522" y="777936"/>
                        <a:pt x="2205426" y="914400"/>
                        <a:pt x="1420761" y="914400"/>
                      </a:cubicBezTo>
                      <a:cubicBezTo>
                        <a:pt x="636096" y="914400"/>
                        <a:pt x="0" y="777936"/>
                        <a:pt x="0" y="609600"/>
                      </a:cubicBezTo>
                      <a:lnTo>
                        <a:pt x="13861" y="580103"/>
                      </a:lnTo>
                      <a:lnTo>
                        <a:pt x="0" y="580103"/>
                      </a:lnTo>
                      <a:close/>
                    </a:path>
                  </a:pathLst>
                </a:custGeom>
                <a:gradFill flip="none" rotWithShape="1">
                  <a:gsLst>
                    <a:gs pos="50000">
                      <a:srgbClr val="F2F2F2"/>
                    </a:gs>
                    <a:gs pos="0">
                      <a:schemeClr val="bg1"/>
                    </a:gs>
                    <a:gs pos="89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AE346BB1-289F-0454-14B7-BAE84F78A5F4}"/>
                    </a:ext>
                  </a:extLst>
                </p:cNvPr>
                <p:cNvSpPr/>
                <p:nvPr/>
              </p:nvSpPr>
              <p:spPr>
                <a:xfrm>
                  <a:off x="4118600" y="3781138"/>
                  <a:ext cx="2841522" cy="551390"/>
                </a:xfrm>
                <a:prstGeom prst="ellipse">
                  <a:avLst/>
                </a:prstGeom>
                <a:gradFill>
                  <a:gsLst>
                    <a:gs pos="41000">
                      <a:schemeClr val="accent6">
                        <a:lumMod val="40000"/>
                        <a:lumOff val="60000"/>
                      </a:schemeClr>
                    </a:gs>
                    <a:gs pos="82000">
                      <a:schemeClr val="accent6">
                        <a:lumMod val="75000"/>
                      </a:schemeClr>
                    </a:gs>
                  </a:gsLst>
                  <a:lin ang="1620000" scaled="0"/>
                </a:gra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3D402EEA-2415-F8E2-F03F-521B61261612}"/>
                    </a:ext>
                  </a:extLst>
                </p:cNvPr>
                <p:cNvSpPr/>
                <p:nvPr/>
              </p:nvSpPr>
              <p:spPr>
                <a:xfrm>
                  <a:off x="3430598" y="3359694"/>
                  <a:ext cx="2841522" cy="711008"/>
                </a:xfrm>
                <a:custGeom>
                  <a:avLst/>
                  <a:gdLst>
                    <a:gd name="connsiteX0" fmla="*/ 0 w 2841522"/>
                    <a:gd name="connsiteY0" fmla="*/ 0 h 914400"/>
                    <a:gd name="connsiteX1" fmla="*/ 2841522 w 2841522"/>
                    <a:gd name="connsiteY1" fmla="*/ 0 h 914400"/>
                    <a:gd name="connsiteX2" fmla="*/ 2841522 w 2841522"/>
                    <a:gd name="connsiteY2" fmla="*/ 580103 h 914400"/>
                    <a:gd name="connsiteX3" fmla="*/ 2827662 w 2841522"/>
                    <a:gd name="connsiteY3" fmla="*/ 580103 h 914400"/>
                    <a:gd name="connsiteX4" fmla="*/ 2841522 w 2841522"/>
                    <a:gd name="connsiteY4" fmla="*/ 609600 h 914400"/>
                    <a:gd name="connsiteX5" fmla="*/ 1420761 w 2841522"/>
                    <a:gd name="connsiteY5" fmla="*/ 914400 h 914400"/>
                    <a:gd name="connsiteX6" fmla="*/ 0 w 2841522"/>
                    <a:gd name="connsiteY6" fmla="*/ 609600 h 914400"/>
                    <a:gd name="connsiteX7" fmla="*/ 13861 w 2841522"/>
                    <a:gd name="connsiteY7" fmla="*/ 580103 h 914400"/>
                    <a:gd name="connsiteX8" fmla="*/ 0 w 2841522"/>
                    <a:gd name="connsiteY8" fmla="*/ 580103 h 914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841522" h="914400">
                      <a:moveTo>
                        <a:pt x="0" y="0"/>
                      </a:moveTo>
                      <a:lnTo>
                        <a:pt x="2841522" y="0"/>
                      </a:lnTo>
                      <a:lnTo>
                        <a:pt x="2841522" y="580103"/>
                      </a:lnTo>
                      <a:lnTo>
                        <a:pt x="2827662" y="580103"/>
                      </a:lnTo>
                      <a:lnTo>
                        <a:pt x="2841522" y="609600"/>
                      </a:lnTo>
                      <a:cubicBezTo>
                        <a:pt x="2841522" y="777936"/>
                        <a:pt x="2205426" y="914400"/>
                        <a:pt x="1420761" y="914400"/>
                      </a:cubicBezTo>
                      <a:cubicBezTo>
                        <a:pt x="636096" y="914400"/>
                        <a:pt x="0" y="777936"/>
                        <a:pt x="0" y="609600"/>
                      </a:cubicBezTo>
                      <a:lnTo>
                        <a:pt x="13861" y="580103"/>
                      </a:lnTo>
                      <a:lnTo>
                        <a:pt x="0" y="580103"/>
                      </a:lnTo>
                      <a:close/>
                    </a:path>
                  </a:pathLst>
                </a:custGeom>
                <a:gradFill flip="none" rotWithShape="1">
                  <a:gsLst>
                    <a:gs pos="47000">
                      <a:schemeClr val="bg1"/>
                    </a:gs>
                    <a:gs pos="89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08B46470-4483-9163-A078-A3F47C2E15B6}"/>
                    </a:ext>
                  </a:extLst>
                </p:cNvPr>
                <p:cNvSpPr/>
                <p:nvPr/>
              </p:nvSpPr>
              <p:spPr>
                <a:xfrm>
                  <a:off x="3430598" y="3058302"/>
                  <a:ext cx="2841522" cy="509116"/>
                </a:xfrm>
                <a:prstGeom prst="ellipse">
                  <a:avLst/>
                </a:prstGeom>
                <a:gradFill>
                  <a:gsLst>
                    <a:gs pos="41000">
                      <a:schemeClr val="accent3">
                        <a:lumMod val="60000"/>
                        <a:lumOff val="40000"/>
                      </a:schemeClr>
                    </a:gs>
                    <a:gs pos="82000">
                      <a:schemeClr val="accent3">
                        <a:lumMod val="75000"/>
                      </a:schemeClr>
                    </a:gs>
                  </a:gsLst>
                  <a:lin ang="1620000" scaled="0"/>
                </a:gra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005AEB22-1B07-E712-D7F6-0FE0AF827BB1}"/>
                    </a:ext>
                  </a:extLst>
                </p:cNvPr>
                <p:cNvSpPr/>
                <p:nvPr/>
              </p:nvSpPr>
              <p:spPr>
                <a:xfrm>
                  <a:off x="2845995" y="2586693"/>
                  <a:ext cx="2841522" cy="770046"/>
                </a:xfrm>
                <a:custGeom>
                  <a:avLst/>
                  <a:gdLst>
                    <a:gd name="connsiteX0" fmla="*/ 0 w 2841522"/>
                    <a:gd name="connsiteY0" fmla="*/ 0 h 914400"/>
                    <a:gd name="connsiteX1" fmla="*/ 2841522 w 2841522"/>
                    <a:gd name="connsiteY1" fmla="*/ 0 h 914400"/>
                    <a:gd name="connsiteX2" fmla="*/ 2841522 w 2841522"/>
                    <a:gd name="connsiteY2" fmla="*/ 580103 h 914400"/>
                    <a:gd name="connsiteX3" fmla="*/ 2827662 w 2841522"/>
                    <a:gd name="connsiteY3" fmla="*/ 580103 h 914400"/>
                    <a:gd name="connsiteX4" fmla="*/ 2841522 w 2841522"/>
                    <a:gd name="connsiteY4" fmla="*/ 609600 h 914400"/>
                    <a:gd name="connsiteX5" fmla="*/ 1420761 w 2841522"/>
                    <a:gd name="connsiteY5" fmla="*/ 914400 h 914400"/>
                    <a:gd name="connsiteX6" fmla="*/ 0 w 2841522"/>
                    <a:gd name="connsiteY6" fmla="*/ 609600 h 914400"/>
                    <a:gd name="connsiteX7" fmla="*/ 13861 w 2841522"/>
                    <a:gd name="connsiteY7" fmla="*/ 580103 h 914400"/>
                    <a:gd name="connsiteX8" fmla="*/ 0 w 2841522"/>
                    <a:gd name="connsiteY8" fmla="*/ 580103 h 914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841522" h="914400">
                      <a:moveTo>
                        <a:pt x="0" y="0"/>
                      </a:moveTo>
                      <a:lnTo>
                        <a:pt x="2841522" y="0"/>
                      </a:lnTo>
                      <a:lnTo>
                        <a:pt x="2841522" y="580103"/>
                      </a:lnTo>
                      <a:lnTo>
                        <a:pt x="2827662" y="580103"/>
                      </a:lnTo>
                      <a:lnTo>
                        <a:pt x="2841522" y="609600"/>
                      </a:lnTo>
                      <a:cubicBezTo>
                        <a:pt x="2841522" y="777936"/>
                        <a:pt x="2205426" y="914400"/>
                        <a:pt x="1420761" y="914400"/>
                      </a:cubicBezTo>
                      <a:cubicBezTo>
                        <a:pt x="636096" y="914400"/>
                        <a:pt x="0" y="777936"/>
                        <a:pt x="0" y="609600"/>
                      </a:cubicBezTo>
                      <a:lnTo>
                        <a:pt x="13861" y="580103"/>
                      </a:lnTo>
                      <a:lnTo>
                        <a:pt x="0" y="580103"/>
                      </a:lnTo>
                      <a:close/>
                    </a:path>
                  </a:pathLst>
                </a:custGeom>
                <a:gradFill flip="none" rotWithShape="1">
                  <a:gsLst>
                    <a:gs pos="58000">
                      <a:schemeClr val="bg1"/>
                    </a:gs>
                    <a:gs pos="89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DFE682B-7886-87A8-F00B-AA617FB4DCE9}"/>
                    </a:ext>
                  </a:extLst>
                </p:cNvPr>
                <p:cNvSpPr/>
                <p:nvPr/>
              </p:nvSpPr>
              <p:spPr>
                <a:xfrm>
                  <a:off x="2845995" y="2314238"/>
                  <a:ext cx="2841522" cy="551390"/>
                </a:xfrm>
                <a:prstGeom prst="ellipse">
                  <a:avLst/>
                </a:prstGeom>
                <a:gradFill>
                  <a:gsLst>
                    <a:gs pos="41000">
                      <a:schemeClr val="tx2">
                        <a:lumMod val="40000"/>
                        <a:lumOff val="60000"/>
                      </a:schemeClr>
                    </a:gs>
                    <a:gs pos="82000">
                      <a:schemeClr val="tx2">
                        <a:lumMod val="60000"/>
                        <a:lumOff val="40000"/>
                      </a:schemeClr>
                    </a:gs>
                  </a:gsLst>
                  <a:lin ang="1620000" scaled="0"/>
                </a:gra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0E4628AF-2A2B-8A75-3141-A2482C9A90E3}"/>
                    </a:ext>
                  </a:extLst>
                </p:cNvPr>
                <p:cNvSpPr/>
                <p:nvPr/>
              </p:nvSpPr>
              <p:spPr>
                <a:xfrm>
                  <a:off x="2136496" y="1835620"/>
                  <a:ext cx="2841522" cy="796414"/>
                </a:xfrm>
                <a:custGeom>
                  <a:avLst/>
                  <a:gdLst>
                    <a:gd name="connsiteX0" fmla="*/ 0 w 2841522"/>
                    <a:gd name="connsiteY0" fmla="*/ 0 h 914400"/>
                    <a:gd name="connsiteX1" fmla="*/ 2841522 w 2841522"/>
                    <a:gd name="connsiteY1" fmla="*/ 0 h 914400"/>
                    <a:gd name="connsiteX2" fmla="*/ 2841522 w 2841522"/>
                    <a:gd name="connsiteY2" fmla="*/ 580103 h 914400"/>
                    <a:gd name="connsiteX3" fmla="*/ 2827662 w 2841522"/>
                    <a:gd name="connsiteY3" fmla="*/ 580103 h 914400"/>
                    <a:gd name="connsiteX4" fmla="*/ 2841522 w 2841522"/>
                    <a:gd name="connsiteY4" fmla="*/ 609600 h 914400"/>
                    <a:gd name="connsiteX5" fmla="*/ 1420761 w 2841522"/>
                    <a:gd name="connsiteY5" fmla="*/ 914400 h 914400"/>
                    <a:gd name="connsiteX6" fmla="*/ 0 w 2841522"/>
                    <a:gd name="connsiteY6" fmla="*/ 609600 h 914400"/>
                    <a:gd name="connsiteX7" fmla="*/ 13861 w 2841522"/>
                    <a:gd name="connsiteY7" fmla="*/ 580103 h 914400"/>
                    <a:gd name="connsiteX8" fmla="*/ 0 w 2841522"/>
                    <a:gd name="connsiteY8" fmla="*/ 580103 h 914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841522" h="914400">
                      <a:moveTo>
                        <a:pt x="0" y="0"/>
                      </a:moveTo>
                      <a:lnTo>
                        <a:pt x="2841522" y="0"/>
                      </a:lnTo>
                      <a:lnTo>
                        <a:pt x="2841522" y="580103"/>
                      </a:lnTo>
                      <a:lnTo>
                        <a:pt x="2827662" y="580103"/>
                      </a:lnTo>
                      <a:lnTo>
                        <a:pt x="2841522" y="609600"/>
                      </a:lnTo>
                      <a:cubicBezTo>
                        <a:pt x="2841522" y="777936"/>
                        <a:pt x="2205426" y="914400"/>
                        <a:pt x="1420761" y="914400"/>
                      </a:cubicBezTo>
                      <a:cubicBezTo>
                        <a:pt x="636096" y="914400"/>
                        <a:pt x="0" y="777936"/>
                        <a:pt x="0" y="609600"/>
                      </a:cubicBezTo>
                      <a:lnTo>
                        <a:pt x="13861" y="580103"/>
                      </a:lnTo>
                      <a:lnTo>
                        <a:pt x="0" y="580103"/>
                      </a:lnTo>
                      <a:close/>
                    </a:path>
                  </a:pathLst>
                </a:custGeom>
                <a:gradFill flip="none" rotWithShape="1">
                  <a:gsLst>
                    <a:gs pos="54000">
                      <a:schemeClr val="bg1"/>
                    </a:gs>
                    <a:gs pos="89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12F0211E-5E3D-CDCA-3DB3-AD697470451D}"/>
                    </a:ext>
                  </a:extLst>
                </p:cNvPr>
                <p:cNvSpPr/>
                <p:nvPr/>
              </p:nvSpPr>
              <p:spPr>
                <a:xfrm>
                  <a:off x="2136496" y="1560206"/>
                  <a:ext cx="2841522" cy="570271"/>
                </a:xfrm>
                <a:prstGeom prst="ellipse">
                  <a:avLst/>
                </a:prstGeom>
                <a:gradFill>
                  <a:gsLst>
                    <a:gs pos="41000">
                      <a:srgbClr val="FF8474"/>
                    </a:gs>
                    <a:gs pos="82000">
                      <a:srgbClr val="FF0000"/>
                    </a:gs>
                  </a:gsLst>
                  <a:lin ang="1620000" scaled="0"/>
                </a:gra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pic>
          <p:nvPicPr>
            <p:cNvPr id="1037" name="Picture 14">
              <a:extLst>
                <a:ext uri="{FF2B5EF4-FFF2-40B4-BE49-F238E27FC236}">
                  <a16:creationId xmlns:a16="http://schemas.microsoft.com/office/drawing/2014/main" id="{55C6F2D7-5165-CF11-1653-5CB3EDF8D9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0062" y="5354548"/>
              <a:ext cx="486533" cy="4793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38" name="TextBox 1037">
              <a:extLst>
                <a:ext uri="{FF2B5EF4-FFF2-40B4-BE49-F238E27FC236}">
                  <a16:creationId xmlns:a16="http://schemas.microsoft.com/office/drawing/2014/main" id="{46CBB5CD-BBA6-18E2-5A5F-DCDDEC909269}"/>
                </a:ext>
              </a:extLst>
            </p:cNvPr>
            <p:cNvSpPr txBox="1"/>
            <p:nvPr/>
          </p:nvSpPr>
          <p:spPr>
            <a:xfrm>
              <a:off x="3948563" y="5384697"/>
              <a:ext cx="1509654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b="1"/>
                <a:t>FIGMA</a:t>
              </a:r>
            </a:p>
          </p:txBody>
        </p:sp>
        <p:pic>
          <p:nvPicPr>
            <p:cNvPr id="1039" name="Picture 4">
              <a:extLst>
                <a:ext uri="{FF2B5EF4-FFF2-40B4-BE49-F238E27FC236}">
                  <a16:creationId xmlns:a16="http://schemas.microsoft.com/office/drawing/2014/main" id="{DE40ECE6-1A36-C983-9DFD-17EE4048D5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443772">
              <a:off x="4274196" y="4669275"/>
              <a:ext cx="534601" cy="534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0" name="TextBox 1039">
              <a:extLst>
                <a:ext uri="{FF2B5EF4-FFF2-40B4-BE49-F238E27FC236}">
                  <a16:creationId xmlns:a16="http://schemas.microsoft.com/office/drawing/2014/main" id="{026B748C-ADD0-2B2B-79A2-870BBD312E06}"/>
                </a:ext>
              </a:extLst>
            </p:cNvPr>
            <p:cNvSpPr txBox="1"/>
            <p:nvPr/>
          </p:nvSpPr>
          <p:spPr>
            <a:xfrm>
              <a:off x="2810293" y="4792960"/>
              <a:ext cx="1509654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b="1"/>
                <a:t>FLUTTER</a:t>
              </a:r>
            </a:p>
          </p:txBody>
        </p:sp>
        <p:sp>
          <p:nvSpPr>
            <p:cNvPr id="1044" name="TextBox 1043">
              <a:extLst>
                <a:ext uri="{FF2B5EF4-FFF2-40B4-BE49-F238E27FC236}">
                  <a16:creationId xmlns:a16="http://schemas.microsoft.com/office/drawing/2014/main" id="{8BFFC18B-5CE2-43B1-7C93-36F5C6FF0F1F}"/>
                </a:ext>
              </a:extLst>
            </p:cNvPr>
            <p:cNvSpPr txBox="1"/>
            <p:nvPr/>
          </p:nvSpPr>
          <p:spPr>
            <a:xfrm>
              <a:off x="1818635" y="2521106"/>
              <a:ext cx="742864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b="1"/>
                <a:t>SQL</a:t>
              </a:r>
            </a:p>
          </p:txBody>
        </p:sp>
        <p:sp>
          <p:nvSpPr>
            <p:cNvPr id="1046" name="TextBox 1045">
              <a:extLst>
                <a:ext uri="{FF2B5EF4-FFF2-40B4-BE49-F238E27FC236}">
                  <a16:creationId xmlns:a16="http://schemas.microsoft.com/office/drawing/2014/main" id="{D2020EB2-8A35-75D8-F48E-76B80B424060}"/>
                </a:ext>
              </a:extLst>
            </p:cNvPr>
            <p:cNvSpPr txBox="1"/>
            <p:nvPr/>
          </p:nvSpPr>
          <p:spPr>
            <a:xfrm>
              <a:off x="1472573" y="3239292"/>
              <a:ext cx="1509654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b="1"/>
                <a:t>FIRE BASE</a:t>
              </a:r>
            </a:p>
          </p:txBody>
        </p:sp>
        <p:sp>
          <p:nvSpPr>
            <p:cNvPr id="1047" name="TextBox 1046">
              <a:extLst>
                <a:ext uri="{FF2B5EF4-FFF2-40B4-BE49-F238E27FC236}">
                  <a16:creationId xmlns:a16="http://schemas.microsoft.com/office/drawing/2014/main" id="{93977D3F-1845-D6E2-977B-8F2B15CEEA6B}"/>
                </a:ext>
              </a:extLst>
            </p:cNvPr>
            <p:cNvSpPr txBox="1"/>
            <p:nvPr/>
          </p:nvSpPr>
          <p:spPr>
            <a:xfrm>
              <a:off x="1299664" y="5527070"/>
              <a:ext cx="21713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atin typeface="Cambria Math" panose="02040503050406030204" pitchFamily="18" charset="0"/>
                  <a:ea typeface="Cambria Math" panose="02040503050406030204" pitchFamily="18" charset="0"/>
                </a:rPr>
                <a:t>UI/UX DESIGN</a:t>
              </a:r>
              <a:endParaRPr lang="en-IN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048" name="TextBox 1047">
              <a:extLst>
                <a:ext uri="{FF2B5EF4-FFF2-40B4-BE49-F238E27FC236}">
                  <a16:creationId xmlns:a16="http://schemas.microsoft.com/office/drawing/2014/main" id="{72C61D9F-FF3C-991B-DC06-477B805A0225}"/>
                </a:ext>
              </a:extLst>
            </p:cNvPr>
            <p:cNvSpPr txBox="1"/>
            <p:nvPr/>
          </p:nvSpPr>
          <p:spPr>
            <a:xfrm>
              <a:off x="7414714" y="2991801"/>
              <a:ext cx="1104540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>
                  <a:latin typeface="Cambria Math"/>
                  <a:ea typeface="Cambria Math"/>
                </a:rPr>
                <a:t>VOICE</a:t>
              </a:r>
              <a:endParaRPr lang="en-US">
                <a:latin typeface="Cambria Math" panose="02040503050406030204" pitchFamily="18" charset="0"/>
                <a:ea typeface="Cambria Math" panose="02040503050406030204" pitchFamily="18" charset="0"/>
              </a:endParaRPr>
            </a:p>
            <a:p>
              <a:r>
                <a:rPr lang="en-US">
                  <a:latin typeface="Cambria Math"/>
                  <a:ea typeface="Cambria Math"/>
                </a:rPr>
                <a:t> ACCESS</a:t>
              </a:r>
              <a:endParaRPr lang="en-US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049" name="TextBox 1048">
              <a:extLst>
                <a:ext uri="{FF2B5EF4-FFF2-40B4-BE49-F238E27FC236}">
                  <a16:creationId xmlns:a16="http://schemas.microsoft.com/office/drawing/2014/main" id="{E3D6819A-48D2-7810-E589-9CE4800450FA}"/>
                </a:ext>
              </a:extLst>
            </p:cNvPr>
            <p:cNvSpPr txBox="1"/>
            <p:nvPr/>
          </p:nvSpPr>
          <p:spPr>
            <a:xfrm>
              <a:off x="10087315" y="4685321"/>
              <a:ext cx="2171340" cy="3693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>
                  <a:latin typeface="Cambria Math"/>
                  <a:ea typeface="Cambria Math"/>
                </a:rPr>
                <a:t>3D MODEL</a:t>
              </a:r>
              <a:endParaRPr lang="en-US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050" name="TextBox 1049">
              <a:extLst>
                <a:ext uri="{FF2B5EF4-FFF2-40B4-BE49-F238E27FC236}">
                  <a16:creationId xmlns:a16="http://schemas.microsoft.com/office/drawing/2014/main" id="{C21A4D4E-2CBE-081F-A918-3AEE7610C2C0}"/>
                </a:ext>
              </a:extLst>
            </p:cNvPr>
            <p:cNvSpPr txBox="1"/>
            <p:nvPr/>
          </p:nvSpPr>
          <p:spPr>
            <a:xfrm>
              <a:off x="10726218" y="4009460"/>
              <a:ext cx="2171340" cy="3693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>
                  <a:latin typeface="Cambria Math"/>
                  <a:ea typeface="Cambria Math"/>
                </a:rPr>
                <a:t>MAP DATA</a:t>
              </a:r>
            </a:p>
          </p:txBody>
        </p:sp>
        <p:sp>
          <p:nvSpPr>
            <p:cNvPr id="1052" name="TextBox 1051">
              <a:extLst>
                <a:ext uri="{FF2B5EF4-FFF2-40B4-BE49-F238E27FC236}">
                  <a16:creationId xmlns:a16="http://schemas.microsoft.com/office/drawing/2014/main" id="{78D7BC67-F636-CF93-B36D-FE5CB272EF2C}"/>
                </a:ext>
              </a:extLst>
            </p:cNvPr>
            <p:cNvSpPr txBox="1"/>
            <p:nvPr/>
          </p:nvSpPr>
          <p:spPr>
            <a:xfrm>
              <a:off x="9491494" y="5411990"/>
              <a:ext cx="21713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atin typeface="Cambria Math" panose="02040503050406030204" pitchFamily="18" charset="0"/>
                  <a:ea typeface="Cambria Math" panose="02040503050406030204" pitchFamily="18" charset="0"/>
                </a:rPr>
                <a:t>3D MAP DESIGN</a:t>
              </a:r>
              <a:endParaRPr lang="en-IN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75202453-FAF6-6C45-BF94-B30179FDDA36}"/>
                </a:ext>
              </a:extLst>
            </p:cNvPr>
            <p:cNvSpPr txBox="1"/>
            <p:nvPr/>
          </p:nvSpPr>
          <p:spPr>
            <a:xfrm>
              <a:off x="3942622" y="2905298"/>
              <a:ext cx="17724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atin typeface="Cambria Math" panose="02040503050406030204" pitchFamily="18" charset="0"/>
                  <a:ea typeface="Cambria Math" panose="02040503050406030204" pitchFamily="18" charset="0"/>
                </a:rPr>
                <a:t>PUSH NOTIFICATION</a:t>
              </a:r>
              <a:endParaRPr lang="en-IN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054" name="TextBox 1053">
              <a:extLst>
                <a:ext uri="{FF2B5EF4-FFF2-40B4-BE49-F238E27FC236}">
                  <a16:creationId xmlns:a16="http://schemas.microsoft.com/office/drawing/2014/main" id="{69F0EFEB-57BA-35B2-8114-0B9742252647}"/>
                </a:ext>
              </a:extLst>
            </p:cNvPr>
            <p:cNvSpPr txBox="1"/>
            <p:nvPr/>
          </p:nvSpPr>
          <p:spPr>
            <a:xfrm>
              <a:off x="3111261" y="2234666"/>
              <a:ext cx="2721659" cy="3693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>
                  <a:latin typeface="Cambria Math"/>
                  <a:ea typeface="Cambria Math"/>
                </a:rPr>
                <a:t>DBMS</a:t>
              </a:r>
              <a:endParaRPr lang="en-IN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81268D19-C6B1-4BF3-6B3B-332ECAD6191B}"/>
                </a:ext>
              </a:extLst>
            </p:cNvPr>
            <p:cNvSpPr txBox="1"/>
            <p:nvPr/>
          </p:nvSpPr>
          <p:spPr>
            <a:xfrm>
              <a:off x="463827" y="4257602"/>
              <a:ext cx="21713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atin typeface="Cambria Math" panose="02040503050406030204" pitchFamily="18" charset="0"/>
                  <a:ea typeface="Cambria Math" panose="02040503050406030204" pitchFamily="18" charset="0"/>
                </a:rPr>
                <a:t>BACKEND</a:t>
              </a:r>
              <a:endParaRPr lang="en-IN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056" name="TextBox 1055">
              <a:extLst>
                <a:ext uri="{FF2B5EF4-FFF2-40B4-BE49-F238E27FC236}">
                  <a16:creationId xmlns:a16="http://schemas.microsoft.com/office/drawing/2014/main" id="{B9A0408E-73DF-156D-F95D-F1F90DC29125}"/>
                </a:ext>
              </a:extLst>
            </p:cNvPr>
            <p:cNvSpPr txBox="1"/>
            <p:nvPr/>
          </p:nvSpPr>
          <p:spPr>
            <a:xfrm>
              <a:off x="922898" y="4939600"/>
              <a:ext cx="21713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atin typeface="Cambria Math" panose="02040503050406030204" pitchFamily="18" charset="0"/>
                  <a:ea typeface="Cambria Math" panose="02040503050406030204" pitchFamily="18" charset="0"/>
                </a:rPr>
                <a:t>FRONTEND</a:t>
              </a:r>
              <a:endParaRPr lang="en-IN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059" name="TextBox 1058">
              <a:extLst>
                <a:ext uri="{FF2B5EF4-FFF2-40B4-BE49-F238E27FC236}">
                  <a16:creationId xmlns:a16="http://schemas.microsoft.com/office/drawing/2014/main" id="{BA54761E-A55A-E3E8-B381-8F0DF0E91875}"/>
                </a:ext>
              </a:extLst>
            </p:cNvPr>
            <p:cNvSpPr txBox="1"/>
            <p:nvPr/>
          </p:nvSpPr>
          <p:spPr>
            <a:xfrm>
              <a:off x="7806374" y="3958033"/>
              <a:ext cx="3252729" cy="4770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400" b="1">
                  <a:latin typeface="Calibri"/>
                  <a:ea typeface="ＭＳ Ｐゴシック"/>
                  <a:cs typeface="Calibri"/>
                </a:rPr>
                <a:t>OPENSTREET MAP API</a:t>
              </a:r>
              <a:endParaRPr lang="en-US" sz="2400" b="1">
                <a:cs typeface="Calibri"/>
              </a:endParaRPr>
            </a:p>
          </p:txBody>
        </p:sp>
        <p:sp>
          <p:nvSpPr>
            <p:cNvPr id="1060" name="TextBox 1059">
              <a:extLst>
                <a:ext uri="{FF2B5EF4-FFF2-40B4-BE49-F238E27FC236}">
                  <a16:creationId xmlns:a16="http://schemas.microsoft.com/office/drawing/2014/main" id="{9E47712B-4105-35C0-83D8-4DCA8FA62D91}"/>
                </a:ext>
              </a:extLst>
            </p:cNvPr>
            <p:cNvSpPr txBox="1"/>
            <p:nvPr/>
          </p:nvSpPr>
          <p:spPr>
            <a:xfrm>
              <a:off x="9291726" y="2532647"/>
              <a:ext cx="1509654" cy="4770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500" b="1">
                  <a:latin typeface="Calibri"/>
                  <a:ea typeface="ＭＳ Ｐゴシック"/>
                  <a:cs typeface="Calibri"/>
                </a:rPr>
                <a:t>THREE.JS</a:t>
              </a:r>
            </a:p>
          </p:txBody>
        </p:sp>
        <p:sp>
          <p:nvSpPr>
            <p:cNvPr id="1062" name="TextBox 1061">
              <a:extLst>
                <a:ext uri="{FF2B5EF4-FFF2-40B4-BE49-F238E27FC236}">
                  <a16:creationId xmlns:a16="http://schemas.microsoft.com/office/drawing/2014/main" id="{20AC0806-AA35-BE73-65E5-42561151B4D0}"/>
                </a:ext>
              </a:extLst>
            </p:cNvPr>
            <p:cNvSpPr txBox="1"/>
            <p:nvPr/>
          </p:nvSpPr>
          <p:spPr>
            <a:xfrm>
              <a:off x="7603835" y="5407812"/>
              <a:ext cx="1819558" cy="4770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500" b="1">
                  <a:latin typeface="Calibri"/>
                  <a:ea typeface="ＭＳ Ｐゴシック"/>
                  <a:cs typeface="Calibri"/>
                </a:rPr>
                <a:t>BLENDER</a:t>
              </a:r>
              <a:endParaRPr lang="en-US" sz="2500" b="1">
                <a:cs typeface="Calibri"/>
              </a:endParaRPr>
            </a:p>
          </p:txBody>
        </p:sp>
        <p:sp>
          <p:nvSpPr>
            <p:cNvPr id="1063" name="TextBox 1062">
              <a:extLst>
                <a:ext uri="{FF2B5EF4-FFF2-40B4-BE49-F238E27FC236}">
                  <a16:creationId xmlns:a16="http://schemas.microsoft.com/office/drawing/2014/main" id="{084BE877-A0C9-02BE-F36A-440B2A045B90}"/>
                </a:ext>
              </a:extLst>
            </p:cNvPr>
            <p:cNvSpPr txBox="1"/>
            <p:nvPr/>
          </p:nvSpPr>
          <p:spPr>
            <a:xfrm>
              <a:off x="7637720" y="4800189"/>
              <a:ext cx="1509654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b="1"/>
                <a:t>UNITY</a:t>
              </a:r>
            </a:p>
          </p:txBody>
        </p:sp>
        <p:sp>
          <p:nvSpPr>
            <p:cNvPr id="1066" name="TextBox 1065">
              <a:extLst>
                <a:ext uri="{FF2B5EF4-FFF2-40B4-BE49-F238E27FC236}">
                  <a16:creationId xmlns:a16="http://schemas.microsoft.com/office/drawing/2014/main" id="{BDA0C12C-9144-57BC-4986-9B80C48D831C}"/>
                </a:ext>
              </a:extLst>
            </p:cNvPr>
            <p:cNvSpPr txBox="1"/>
            <p:nvPr/>
          </p:nvSpPr>
          <p:spPr>
            <a:xfrm>
              <a:off x="7725759" y="2360411"/>
              <a:ext cx="3390888" cy="3693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IN">
                  <a:latin typeface="Cambria Math"/>
                  <a:ea typeface="Cambria Math"/>
                </a:rPr>
                <a:t>FOR KIOSKS</a:t>
              </a:r>
            </a:p>
          </p:txBody>
        </p:sp>
      </p:grpSp>
      <p:sp>
        <p:nvSpPr>
          <p:cNvPr id="1042" name="TextBox 1041">
            <a:extLst>
              <a:ext uri="{FF2B5EF4-FFF2-40B4-BE49-F238E27FC236}">
                <a16:creationId xmlns:a16="http://schemas.microsoft.com/office/drawing/2014/main" id="{3D8CB559-8DC2-9BC9-6739-A90965CF095B}"/>
              </a:ext>
            </a:extLst>
          </p:cNvPr>
          <p:cNvSpPr txBox="1"/>
          <p:nvPr/>
        </p:nvSpPr>
        <p:spPr>
          <a:xfrm>
            <a:off x="2886089" y="4294687"/>
            <a:ext cx="150965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/>
              <a:t>NODE JS</a:t>
            </a:r>
          </a:p>
        </p:txBody>
      </p:sp>
      <p:pic>
        <p:nvPicPr>
          <p:cNvPr id="1126" name="Picture 1125">
            <a:extLst>
              <a:ext uri="{FF2B5EF4-FFF2-40B4-BE49-F238E27FC236}">
                <a16:creationId xmlns:a16="http://schemas.microsoft.com/office/drawing/2014/main" id="{544F0DEF-FBE4-09A5-DB01-DFCE6EAF93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7525" y="5743575"/>
            <a:ext cx="466725" cy="457200"/>
          </a:xfrm>
          <a:prstGeom prst="rect">
            <a:avLst/>
          </a:prstGeom>
        </p:spPr>
      </p:pic>
      <p:pic>
        <p:nvPicPr>
          <p:cNvPr id="1127" name="Picture 1126">
            <a:extLst>
              <a:ext uri="{FF2B5EF4-FFF2-40B4-BE49-F238E27FC236}">
                <a16:creationId xmlns:a16="http://schemas.microsoft.com/office/drawing/2014/main" id="{024178C3-0D65-B055-F90B-338831CC1D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7300" y="5133975"/>
            <a:ext cx="485775" cy="504825"/>
          </a:xfrm>
          <a:prstGeom prst="rect">
            <a:avLst/>
          </a:prstGeom>
        </p:spPr>
      </p:pic>
      <p:sp>
        <p:nvSpPr>
          <p:cNvPr id="1129" name="TextBox 1128">
            <a:extLst>
              <a:ext uri="{FF2B5EF4-FFF2-40B4-BE49-F238E27FC236}">
                <a16:creationId xmlns:a16="http://schemas.microsoft.com/office/drawing/2014/main" id="{BF586867-2A4E-9554-1B18-9D0394F35EF7}"/>
              </a:ext>
            </a:extLst>
          </p:cNvPr>
          <p:cNvSpPr txBox="1"/>
          <p:nvPr/>
        </p:nvSpPr>
        <p:spPr>
          <a:xfrm>
            <a:off x="9002521" y="3641565"/>
            <a:ext cx="2743200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 b="1">
                <a:latin typeface="Calibri"/>
                <a:ea typeface="ＭＳ Ｐゴシック"/>
                <a:cs typeface="Calibri"/>
              </a:rPr>
              <a:t>GOOGLE CLOUD</a:t>
            </a:r>
            <a:endParaRPr lang="en-US" sz="2500" b="1">
              <a:cs typeface="Calibri"/>
            </a:endParaRPr>
          </a:p>
        </p:txBody>
      </p:sp>
      <p:pic>
        <p:nvPicPr>
          <p:cNvPr id="1130" name="Picture 1129" descr="A rainbow colored cloud with a black background&#10;&#10;Description automatically generated">
            <a:extLst>
              <a:ext uri="{FF2B5EF4-FFF2-40B4-BE49-F238E27FC236}">
                <a16:creationId xmlns:a16="http://schemas.microsoft.com/office/drawing/2014/main" id="{FF69BC42-658A-957A-9A4D-EE650E024DF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-4839" b="4839"/>
          <a:stretch/>
        </p:blipFill>
        <p:spPr>
          <a:xfrm>
            <a:off x="8467725" y="3457575"/>
            <a:ext cx="657225" cy="590551"/>
          </a:xfrm>
          <a:prstGeom prst="rect">
            <a:avLst/>
          </a:prstGeom>
        </p:spPr>
      </p:pic>
      <p:pic>
        <p:nvPicPr>
          <p:cNvPr id="1131" name="Picture 1130" descr="A close-up of a computer&#10;&#10;Description automatically generated">
            <a:extLst>
              <a:ext uri="{FF2B5EF4-FFF2-40B4-BE49-F238E27FC236}">
                <a16:creationId xmlns:a16="http://schemas.microsoft.com/office/drawing/2014/main" id="{F7E0C46E-C7EB-784E-135E-CD1633AE0CE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5010" y="2738626"/>
            <a:ext cx="598733" cy="590642"/>
          </a:xfrm>
          <a:prstGeom prst="rect">
            <a:avLst/>
          </a:prstGeom>
        </p:spPr>
      </p:pic>
      <p:pic>
        <p:nvPicPr>
          <p:cNvPr id="1132" name="Picture 1131" descr="A yellow folded paper with orange triangles&#10;&#10;Description automatically generated">
            <a:extLst>
              <a:ext uri="{FF2B5EF4-FFF2-40B4-BE49-F238E27FC236}">
                <a16:creationId xmlns:a16="http://schemas.microsoft.com/office/drawing/2014/main" id="{8E5D3038-DE74-8099-44DD-32EC8444FD2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50385" y="3382957"/>
            <a:ext cx="990600" cy="733425"/>
          </a:xfrm>
          <a:prstGeom prst="rect">
            <a:avLst/>
          </a:prstGeom>
        </p:spPr>
      </p:pic>
      <p:pic>
        <p:nvPicPr>
          <p:cNvPr id="1133" name="Picture 1132" descr="A logo of a software company&#10;&#10;Description automatically generated">
            <a:extLst>
              <a:ext uri="{FF2B5EF4-FFF2-40B4-BE49-F238E27FC236}">
                <a16:creationId xmlns:a16="http://schemas.microsoft.com/office/drawing/2014/main" id="{3A9AEFE8-B94A-064E-8EFD-A3FC951E6D0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14525" y="4210050"/>
            <a:ext cx="657225" cy="65722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764FF94-AADE-AFF0-11AE-EC38C474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9229" y="1070474"/>
            <a:ext cx="1542594" cy="1156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undefined">
            <a:extLst>
              <a:ext uri="{FF2B5EF4-FFF2-40B4-BE49-F238E27FC236}">
                <a16:creationId xmlns:a16="http://schemas.microsoft.com/office/drawing/2014/main" id="{02D13482-FB08-2EBC-5CA3-B50CEFAA55E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22660" y="2827070"/>
            <a:ext cx="621509" cy="609602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EF3E361F-10AF-9973-F99E-93D7FFE759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82" t="45344" r="-7994" b="-19406"/>
          <a:stretch/>
        </p:blipFill>
        <p:spPr bwMode="auto">
          <a:xfrm>
            <a:off x="7609535" y="912739"/>
            <a:ext cx="1728047" cy="2149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4284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5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21110" y="-273767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u="sng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87A6E2E-6A89-B8A4-D294-3A353F1D266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61" b="1"/>
          <a:stretch/>
        </p:blipFill>
        <p:spPr>
          <a:xfrm>
            <a:off x="176417" y="812613"/>
            <a:ext cx="2709841" cy="58730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CBE0DED-B00F-5054-2B4C-64C4B6020A0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354" t="881" r="-354"/>
          <a:stretch/>
        </p:blipFill>
        <p:spPr>
          <a:xfrm>
            <a:off x="3183422" y="812613"/>
            <a:ext cx="2674733" cy="587300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0929487-F15A-AB19-64AE-BC580464F9F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43"/>
          <a:stretch/>
        </p:blipFill>
        <p:spPr>
          <a:xfrm>
            <a:off x="6351889" y="832808"/>
            <a:ext cx="2701279" cy="587300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419F1BE-AD5A-DE0F-D4ED-AFB7E7E7ED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9568" y="812613"/>
            <a:ext cx="2687330" cy="58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171</Words>
  <Application>Microsoft Office PowerPoint</Application>
  <PresentationFormat>Widescreen</PresentationFormat>
  <Paragraphs>56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ＭＳ Ｐゴシック</vt:lpstr>
      <vt:lpstr>Arial</vt:lpstr>
      <vt:lpstr>Calibri</vt:lpstr>
      <vt:lpstr>Cambria Math</vt:lpstr>
      <vt:lpstr>Sitka Small Semibold</vt:lpstr>
      <vt:lpstr>Times New Roman</vt:lpstr>
      <vt:lpstr>TradeGothic</vt:lpstr>
      <vt:lpstr>Office Theme</vt:lpstr>
      <vt:lpstr>PowerPoint Presentation</vt:lpstr>
      <vt:lpstr> IDEA STATION GUIDE</vt:lpstr>
      <vt:lpstr>PowerPoint Presentation</vt:lpstr>
      <vt:lpstr>FEASIBILITY AND VIABILITY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kiruba k</cp:lastModifiedBy>
  <cp:revision>3</cp:revision>
  <dcterms:created xsi:type="dcterms:W3CDTF">2013-12-12T18:46:50Z</dcterms:created>
  <dcterms:modified xsi:type="dcterms:W3CDTF">2026-02-01T14:47:25Z</dcterms:modified>
  <cp:category/>
</cp:coreProperties>
</file>